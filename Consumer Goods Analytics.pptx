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2.xml" ContentType="application/vnd.openxmlformats-officedocument.theme+xml"/>
  <Override PartName="/ppt/slideLayouts/slideLayout56.xml" ContentType="application/vnd.openxmlformats-officedocument.presentationml.slideLayout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  <p:sldMasterId id="2147483800" r:id="rId2"/>
    <p:sldMasterId id="2147483803" r:id="rId3"/>
  </p:sldMasterIdLst>
  <p:sldIdLst>
    <p:sldId id="256" r:id="rId4"/>
    <p:sldId id="297" r:id="rId5"/>
    <p:sldId id="296" r:id="rId6"/>
    <p:sldId id="295" r:id="rId7"/>
    <p:sldId id="294" r:id="rId8"/>
    <p:sldId id="279" r:id="rId9"/>
    <p:sldId id="280" r:id="rId10"/>
    <p:sldId id="281" r:id="rId11"/>
    <p:sldId id="282" r:id="rId12"/>
    <p:sldId id="283" r:id="rId13"/>
    <p:sldId id="286" r:id="rId14"/>
    <p:sldId id="285" r:id="rId15"/>
    <p:sldId id="284" r:id="rId16"/>
    <p:sldId id="288" r:id="rId17"/>
    <p:sldId id="287" r:id="rId18"/>
    <p:sldId id="292" r:id="rId19"/>
    <p:sldId id="293" r:id="rId20"/>
    <p:sldId id="291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5F75E55A-AF7B-4384-B03D-5AD7577AAA10}">
          <p14:sldIdLst>
            <p14:sldId id="256"/>
            <p14:sldId id="297"/>
            <p14:sldId id="296"/>
            <p14:sldId id="295"/>
            <p14:sldId id="294"/>
          </p14:sldIdLst>
        </p14:section>
        <p14:section name="Untitled Section" id="{1655330F-4194-4548-AFD8-2D36078E0437}">
          <p14:sldIdLst>
            <p14:sldId id="279"/>
            <p14:sldId id="280"/>
            <p14:sldId id="281"/>
            <p14:sldId id="282"/>
            <p14:sldId id="283"/>
            <p14:sldId id="286"/>
            <p14:sldId id="285"/>
            <p14:sldId id="284"/>
            <p14:sldId id="288"/>
            <p14:sldId id="287"/>
            <p14:sldId id="292"/>
            <p14:sldId id="293"/>
            <p14:sldId id="2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tin" initials="Y" lastIdx="1" clrIdx="0">
    <p:extLst>
      <p:ext uri="{19B8F6BF-5375-455C-9EA6-DF929625EA0E}">
        <p15:presenceInfo xmlns:p15="http://schemas.microsoft.com/office/powerpoint/2012/main" userId="Yat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59" autoAdjust="0"/>
    <p:restoredTop sz="94660"/>
  </p:normalViewPr>
  <p:slideViewPr>
    <p:cSldViewPr snapToGrid="0">
      <p:cViewPr varScale="1">
        <p:scale>
          <a:sx n="82" d="100"/>
          <a:sy n="82" d="100"/>
        </p:scale>
        <p:origin x="45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riazaman278@gmail.com" userId="40359ff148fd1268" providerId="LiveId" clId="{C1728F49-0F90-42A7-A539-F64F78456292}"/>
    <pc:docChg chg="undo custSel modSld">
      <pc:chgData name="shariazaman278@gmail.com" userId="40359ff148fd1268" providerId="LiveId" clId="{C1728F49-0F90-42A7-A539-F64F78456292}" dt="2026-06-22T14:14:19.063" v="32" actId="20577"/>
      <pc:docMkLst>
        <pc:docMk/>
      </pc:docMkLst>
      <pc:sldChg chg="modSp mod">
        <pc:chgData name="shariazaman278@gmail.com" userId="40359ff148fd1268" providerId="LiveId" clId="{C1728F49-0F90-42A7-A539-F64F78456292}" dt="2026-06-22T14:14:19.063" v="32" actId="20577"/>
        <pc:sldMkLst>
          <pc:docMk/>
          <pc:sldMk cId="3456965404" sldId="296"/>
        </pc:sldMkLst>
        <pc:spChg chg="mod">
          <ac:chgData name="shariazaman278@gmail.com" userId="40359ff148fd1268" providerId="LiveId" clId="{C1728F49-0F90-42A7-A539-F64F78456292}" dt="2026-06-22T14:14:19.063" v="32" actId="20577"/>
          <ac:spMkLst>
            <pc:docMk/>
            <pc:sldMk cId="3456965404" sldId="296"/>
            <ac:spMk id="52" creationId="{F47BAB9B-4784-4EA9-A754-5D2A8944176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freepik.com/" TargetMode="Externa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386633" y="1766000"/>
            <a:ext cx="9418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8666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386667" y="4502800"/>
            <a:ext cx="9418800" cy="58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343967" y="-96733"/>
            <a:ext cx="4063200" cy="1795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8623267" y="5247167"/>
            <a:ext cx="4063200" cy="1795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000629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1156400" y="3155033"/>
            <a:ext cx="9879200" cy="109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6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4995400" y="1785551"/>
            <a:ext cx="2201200" cy="130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9333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3055200" y="4407033"/>
            <a:ext cx="6081600" cy="5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19" name="Google Shape;19;p3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20;p3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21;p3"/>
          <p:cNvCxnSpPr/>
          <p:nvPr/>
        </p:nvCxnSpPr>
        <p:spPr>
          <a:xfrm flipH="1">
            <a:off x="10598567" y="5306367"/>
            <a:ext cx="1838000" cy="1648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22;p3"/>
          <p:cNvCxnSpPr/>
          <p:nvPr/>
        </p:nvCxnSpPr>
        <p:spPr>
          <a:xfrm flipH="1">
            <a:off x="-150500" y="-118267"/>
            <a:ext cx="1891600" cy="1419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623168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628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951000" y="1697233"/>
            <a:ext cx="10290000" cy="43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467"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6" name="Google Shape;26;p4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" name="Google Shape;27;p4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Google Shape;28;p4"/>
          <p:cNvCxnSpPr/>
          <p:nvPr/>
        </p:nvCxnSpPr>
        <p:spPr>
          <a:xfrm>
            <a:off x="9179867" y="-151467"/>
            <a:ext cx="3420800" cy="17416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121174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757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1"/>
          </p:nvPr>
        </p:nvSpPr>
        <p:spPr>
          <a:xfrm>
            <a:off x="6718633" y="3401932"/>
            <a:ext cx="3314800" cy="6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2"/>
          </p:nvPr>
        </p:nvSpPr>
        <p:spPr>
          <a:xfrm>
            <a:off x="6718633" y="3948267"/>
            <a:ext cx="3314800" cy="12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3"/>
          </p:nvPr>
        </p:nvSpPr>
        <p:spPr>
          <a:xfrm>
            <a:off x="2257567" y="3401932"/>
            <a:ext cx="3314800" cy="66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3200" b="1"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4"/>
          </p:nvPr>
        </p:nvSpPr>
        <p:spPr>
          <a:xfrm>
            <a:off x="2257567" y="3948267"/>
            <a:ext cx="3314800" cy="12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35" name="Google Shape;35;p5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" name="Google Shape;36;p5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" name="Google Shape;37;p5"/>
          <p:cNvCxnSpPr/>
          <p:nvPr/>
        </p:nvCxnSpPr>
        <p:spPr>
          <a:xfrm flipH="1">
            <a:off x="9247667" y="5241767"/>
            <a:ext cx="3399200" cy="1806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048190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40" name="Google Shape;40;p6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" name="Google Shape;41;p6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815000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subTitle" idx="1"/>
          </p:nvPr>
        </p:nvSpPr>
        <p:spPr>
          <a:xfrm>
            <a:off x="2996667" y="1910733"/>
            <a:ext cx="2450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ubTitle" idx="2"/>
          </p:nvPr>
        </p:nvSpPr>
        <p:spPr>
          <a:xfrm>
            <a:off x="2996667" y="2386733"/>
            <a:ext cx="6880400" cy="36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67732" lvl="0" rtl="0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867">
                <a:solidFill>
                  <a:srgbClr val="374957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5729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46" name="Google Shape;46;p7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" name="Google Shape;47;p7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687021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>
            <a:spLocks noGrp="1"/>
          </p:cNvSpPr>
          <p:nvPr>
            <p:ph type="title"/>
          </p:nvPr>
        </p:nvSpPr>
        <p:spPr>
          <a:xfrm>
            <a:off x="1496667" y="1430667"/>
            <a:ext cx="9198800" cy="380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12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50" name="Google Shape;50;p8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" name="Google Shape;51;p8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" name="Google Shape;52;p8"/>
          <p:cNvCxnSpPr/>
          <p:nvPr/>
        </p:nvCxnSpPr>
        <p:spPr>
          <a:xfrm flipH="1">
            <a:off x="9457667" y="5246767"/>
            <a:ext cx="3110400" cy="1796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" name="Google Shape;53;p8"/>
          <p:cNvCxnSpPr/>
          <p:nvPr/>
        </p:nvCxnSpPr>
        <p:spPr>
          <a:xfrm flipH="1">
            <a:off x="-560600" y="-162133"/>
            <a:ext cx="3110400" cy="1796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627149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subTitle" idx="1"/>
          </p:nvPr>
        </p:nvSpPr>
        <p:spPr>
          <a:xfrm>
            <a:off x="1194600" y="2242667"/>
            <a:ext cx="5129600" cy="3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7573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57" name="Google Shape;57;p9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58;p9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59;p9"/>
          <p:cNvCxnSpPr/>
          <p:nvPr/>
        </p:nvCxnSpPr>
        <p:spPr>
          <a:xfrm flipH="1">
            <a:off x="7900600" y="3730000"/>
            <a:ext cx="4504000" cy="3289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71113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>
            <a:spLocks noGrp="1"/>
          </p:cNvSpPr>
          <p:nvPr>
            <p:ph type="body" idx="1"/>
          </p:nvPr>
        </p:nvSpPr>
        <p:spPr>
          <a:xfrm>
            <a:off x="950967" y="589236"/>
            <a:ext cx="4742800" cy="13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4000">
                <a:latin typeface="Vidaloka"/>
                <a:ea typeface="Vidaloka"/>
                <a:cs typeface="Vidaloka"/>
                <a:sym typeface="Vidalok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62" name="Google Shape;62;p10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" name="Google Shape;63;p10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" name="Google Shape;64;p10"/>
          <p:cNvCxnSpPr/>
          <p:nvPr/>
        </p:nvCxnSpPr>
        <p:spPr>
          <a:xfrm rot="10800000" flipH="1">
            <a:off x="8193300" y="4138300"/>
            <a:ext cx="4157600" cy="29348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107655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 hasCustomPrompt="1"/>
          </p:nvPr>
        </p:nvSpPr>
        <p:spPr>
          <a:xfrm>
            <a:off x="950967" y="1793817"/>
            <a:ext cx="10290000" cy="21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67" name="Google Shape;67;p11"/>
          <p:cNvSpPr txBox="1">
            <a:spLocks noGrp="1"/>
          </p:cNvSpPr>
          <p:nvPr>
            <p:ph type="subTitle" idx="1"/>
          </p:nvPr>
        </p:nvSpPr>
        <p:spPr>
          <a:xfrm>
            <a:off x="2019100" y="4251531"/>
            <a:ext cx="8160400" cy="5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68" name="Google Shape;68;p11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" name="Google Shape;69;p11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" name="Google Shape;70;p11"/>
          <p:cNvCxnSpPr/>
          <p:nvPr/>
        </p:nvCxnSpPr>
        <p:spPr>
          <a:xfrm>
            <a:off x="-333633" y="5435267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" name="Google Shape;71;p11"/>
          <p:cNvCxnSpPr/>
          <p:nvPr/>
        </p:nvCxnSpPr>
        <p:spPr>
          <a:xfrm>
            <a:off x="9921533" y="-64500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52340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4510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4778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"/>
          </p:nvPr>
        </p:nvSpPr>
        <p:spPr>
          <a:xfrm>
            <a:off x="6668000" y="2590567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2"/>
          </p:nvPr>
        </p:nvSpPr>
        <p:spPr>
          <a:xfrm>
            <a:off x="6668000" y="3006800"/>
            <a:ext cx="331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3"/>
          </p:nvPr>
        </p:nvSpPr>
        <p:spPr>
          <a:xfrm>
            <a:off x="2206933" y="2590567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4"/>
          </p:nvPr>
        </p:nvSpPr>
        <p:spPr>
          <a:xfrm>
            <a:off x="2206933" y="3006800"/>
            <a:ext cx="331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5"/>
          </p:nvPr>
        </p:nvSpPr>
        <p:spPr>
          <a:xfrm>
            <a:off x="6668000" y="4965267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6"/>
          </p:nvPr>
        </p:nvSpPr>
        <p:spPr>
          <a:xfrm>
            <a:off x="6668000" y="5381500"/>
            <a:ext cx="331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7"/>
          </p:nvPr>
        </p:nvSpPr>
        <p:spPr>
          <a:xfrm>
            <a:off x="2206933" y="4965267"/>
            <a:ext cx="3314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8"/>
          </p:nvPr>
        </p:nvSpPr>
        <p:spPr>
          <a:xfrm>
            <a:off x="2207000" y="5381500"/>
            <a:ext cx="331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9" hasCustomPrompt="1"/>
          </p:nvPr>
        </p:nvSpPr>
        <p:spPr>
          <a:xfrm>
            <a:off x="3171533" y="1738117"/>
            <a:ext cx="1385600" cy="89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067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13" hasCustomPrompt="1"/>
          </p:nvPr>
        </p:nvSpPr>
        <p:spPr>
          <a:xfrm>
            <a:off x="7632600" y="1738117"/>
            <a:ext cx="1385600" cy="89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067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14" hasCustomPrompt="1"/>
          </p:nvPr>
        </p:nvSpPr>
        <p:spPr>
          <a:xfrm>
            <a:off x="3171600" y="4110317"/>
            <a:ext cx="1385600" cy="89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067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15" hasCustomPrompt="1"/>
          </p:nvPr>
        </p:nvSpPr>
        <p:spPr>
          <a:xfrm>
            <a:off x="7632600" y="4110317"/>
            <a:ext cx="1385600" cy="89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067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cxnSp>
        <p:nvCxnSpPr>
          <p:cNvPr id="87" name="Google Shape;87;p13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" name="Google Shape;88;p13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8784581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Table of contents 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960000" y="2236291"/>
            <a:ext cx="3115200" cy="5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title" idx="2" hasCustomPrompt="1"/>
          </p:nvPr>
        </p:nvSpPr>
        <p:spPr>
          <a:xfrm>
            <a:off x="1976800" y="1460433"/>
            <a:ext cx="1081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5067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9pPr>
          </a:lstStyle>
          <a:p>
            <a:r>
              <a:t>xx%</a:t>
            </a:r>
          </a:p>
        </p:txBody>
      </p:sp>
      <p:sp>
        <p:nvSpPr>
          <p:cNvPr id="92" name="Google Shape;92;p14"/>
          <p:cNvSpPr txBox="1">
            <a:spLocks noGrp="1"/>
          </p:cNvSpPr>
          <p:nvPr>
            <p:ph type="subTitle" idx="1"/>
          </p:nvPr>
        </p:nvSpPr>
        <p:spPr>
          <a:xfrm>
            <a:off x="960000" y="2774932"/>
            <a:ext cx="3115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title" idx="3"/>
          </p:nvPr>
        </p:nvSpPr>
        <p:spPr>
          <a:xfrm>
            <a:off x="4538400" y="2236291"/>
            <a:ext cx="3115200" cy="5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title" idx="4" hasCustomPrompt="1"/>
          </p:nvPr>
        </p:nvSpPr>
        <p:spPr>
          <a:xfrm>
            <a:off x="5555200" y="1460433"/>
            <a:ext cx="1081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5067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9pPr>
          </a:lstStyle>
          <a:p>
            <a:r>
              <a:t>xx%</a:t>
            </a:r>
          </a:p>
        </p:txBody>
      </p:sp>
      <p:sp>
        <p:nvSpPr>
          <p:cNvPr id="95" name="Google Shape;95;p14"/>
          <p:cNvSpPr txBox="1">
            <a:spLocks noGrp="1"/>
          </p:cNvSpPr>
          <p:nvPr>
            <p:ph type="subTitle" idx="5"/>
          </p:nvPr>
        </p:nvSpPr>
        <p:spPr>
          <a:xfrm>
            <a:off x="4538400" y="2774944"/>
            <a:ext cx="3115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title" idx="6"/>
          </p:nvPr>
        </p:nvSpPr>
        <p:spPr>
          <a:xfrm>
            <a:off x="8116800" y="2236291"/>
            <a:ext cx="3115200" cy="5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title" idx="7" hasCustomPrompt="1"/>
          </p:nvPr>
        </p:nvSpPr>
        <p:spPr>
          <a:xfrm>
            <a:off x="9133600" y="1460433"/>
            <a:ext cx="1081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5067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9pPr>
          </a:lstStyle>
          <a:p>
            <a:r>
              <a:t>xx%</a:t>
            </a:r>
          </a:p>
        </p:txBody>
      </p:sp>
      <p:sp>
        <p:nvSpPr>
          <p:cNvPr id="98" name="Google Shape;98;p14"/>
          <p:cNvSpPr txBox="1">
            <a:spLocks noGrp="1"/>
          </p:cNvSpPr>
          <p:nvPr>
            <p:ph type="subTitle" idx="8"/>
          </p:nvPr>
        </p:nvSpPr>
        <p:spPr>
          <a:xfrm>
            <a:off x="8116800" y="2774944"/>
            <a:ext cx="3115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title" idx="9"/>
          </p:nvPr>
        </p:nvSpPr>
        <p:spPr>
          <a:xfrm>
            <a:off x="960000" y="4418105"/>
            <a:ext cx="3115200" cy="5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 idx="13" hasCustomPrompt="1"/>
          </p:nvPr>
        </p:nvSpPr>
        <p:spPr>
          <a:xfrm>
            <a:off x="1976800" y="3618783"/>
            <a:ext cx="1081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5067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9pPr>
          </a:lstStyle>
          <a:p>
            <a:r>
              <a:t>xx%</a:t>
            </a:r>
          </a:p>
        </p:txBody>
      </p:sp>
      <p:sp>
        <p:nvSpPr>
          <p:cNvPr id="101" name="Google Shape;101;p14"/>
          <p:cNvSpPr txBox="1">
            <a:spLocks noGrp="1"/>
          </p:cNvSpPr>
          <p:nvPr>
            <p:ph type="subTitle" idx="14"/>
          </p:nvPr>
        </p:nvSpPr>
        <p:spPr>
          <a:xfrm>
            <a:off x="960000" y="4941151"/>
            <a:ext cx="3115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title" idx="15"/>
          </p:nvPr>
        </p:nvSpPr>
        <p:spPr>
          <a:xfrm>
            <a:off x="4538400" y="4418105"/>
            <a:ext cx="3115200" cy="5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title" idx="16" hasCustomPrompt="1"/>
          </p:nvPr>
        </p:nvSpPr>
        <p:spPr>
          <a:xfrm>
            <a:off x="5555200" y="3618783"/>
            <a:ext cx="1081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5067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9pPr>
          </a:lstStyle>
          <a:p>
            <a:r>
              <a:t>xx%</a:t>
            </a:r>
          </a:p>
        </p:txBody>
      </p:sp>
      <p:sp>
        <p:nvSpPr>
          <p:cNvPr id="104" name="Google Shape;104;p14"/>
          <p:cNvSpPr txBox="1">
            <a:spLocks noGrp="1"/>
          </p:cNvSpPr>
          <p:nvPr>
            <p:ph type="subTitle" idx="17"/>
          </p:nvPr>
        </p:nvSpPr>
        <p:spPr>
          <a:xfrm>
            <a:off x="4538400" y="4941151"/>
            <a:ext cx="3115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title" idx="18"/>
          </p:nvPr>
        </p:nvSpPr>
        <p:spPr>
          <a:xfrm>
            <a:off x="8116800" y="4418105"/>
            <a:ext cx="3115200" cy="5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title" idx="19" hasCustomPrompt="1"/>
          </p:nvPr>
        </p:nvSpPr>
        <p:spPr>
          <a:xfrm>
            <a:off x="9133600" y="3618783"/>
            <a:ext cx="1081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5067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5200"/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>
            <a:spLocks noGrp="1"/>
          </p:cNvSpPr>
          <p:nvPr>
            <p:ph type="subTitle" idx="20"/>
          </p:nvPr>
        </p:nvSpPr>
        <p:spPr>
          <a:xfrm>
            <a:off x="8116800" y="4941151"/>
            <a:ext cx="3115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8" name="Google Shape;108;p14"/>
          <p:cNvSpPr txBox="1">
            <a:spLocks noGrp="1"/>
          </p:cNvSpPr>
          <p:nvPr>
            <p:ph type="title" idx="21"/>
          </p:nvPr>
        </p:nvSpPr>
        <p:spPr>
          <a:xfrm>
            <a:off x="3109867" y="593367"/>
            <a:ext cx="5972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109" name="Google Shape;109;p14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" name="Google Shape;110;p14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" name="Google Shape;111;p14"/>
          <p:cNvCxnSpPr/>
          <p:nvPr/>
        </p:nvCxnSpPr>
        <p:spPr>
          <a:xfrm>
            <a:off x="-333633" y="5435267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" name="Google Shape;112;p14"/>
          <p:cNvCxnSpPr/>
          <p:nvPr/>
        </p:nvCxnSpPr>
        <p:spPr>
          <a:xfrm>
            <a:off x="9921533" y="-64500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2620050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3214000" y="3744337"/>
            <a:ext cx="5764000" cy="6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subTitle" idx="1"/>
          </p:nvPr>
        </p:nvSpPr>
        <p:spPr>
          <a:xfrm>
            <a:off x="2457200" y="2215951"/>
            <a:ext cx="7277600" cy="13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116" name="Google Shape;116;p15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" name="Google Shape;117;p15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524246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Quote 1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933200" y="3761684"/>
            <a:ext cx="5764000" cy="6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64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0" name="Google Shape;120;p16"/>
          <p:cNvSpPr txBox="1">
            <a:spLocks noGrp="1"/>
          </p:cNvSpPr>
          <p:nvPr>
            <p:ph type="subTitle" idx="1"/>
          </p:nvPr>
        </p:nvSpPr>
        <p:spPr>
          <a:xfrm>
            <a:off x="933200" y="2234536"/>
            <a:ext cx="7277600" cy="13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121" name="Google Shape;121;p16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" name="Google Shape;122;p16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" name="Google Shape;123;p16"/>
          <p:cNvCxnSpPr/>
          <p:nvPr/>
        </p:nvCxnSpPr>
        <p:spPr>
          <a:xfrm flipH="1">
            <a:off x="9938984" y="5404884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" name="Google Shape;124;p16"/>
          <p:cNvCxnSpPr/>
          <p:nvPr/>
        </p:nvCxnSpPr>
        <p:spPr>
          <a:xfrm flipH="1">
            <a:off x="-316183" y="-94883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0020118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>
            <a:spLocks noGrp="1"/>
          </p:cNvSpPr>
          <p:nvPr>
            <p:ph type="subTitle" idx="1"/>
          </p:nvPr>
        </p:nvSpPr>
        <p:spPr>
          <a:xfrm>
            <a:off x="3531200" y="2242667"/>
            <a:ext cx="5129600" cy="3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7" name="Google Shape;127;p17"/>
          <p:cNvSpPr txBox="1">
            <a:spLocks noGrp="1"/>
          </p:cNvSpPr>
          <p:nvPr>
            <p:ph type="title"/>
          </p:nvPr>
        </p:nvSpPr>
        <p:spPr>
          <a:xfrm>
            <a:off x="2309400" y="593367"/>
            <a:ext cx="7573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128" name="Google Shape;128;p17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" name="Google Shape;129;p17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" name="Google Shape;130;p17"/>
          <p:cNvCxnSpPr/>
          <p:nvPr/>
        </p:nvCxnSpPr>
        <p:spPr>
          <a:xfrm>
            <a:off x="-333633" y="5435267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" name="Google Shape;131;p17"/>
          <p:cNvCxnSpPr/>
          <p:nvPr/>
        </p:nvCxnSpPr>
        <p:spPr>
          <a:xfrm>
            <a:off x="9921533" y="-64500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3113054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>
            <a:spLocks noGrp="1"/>
          </p:cNvSpPr>
          <p:nvPr>
            <p:ph type="subTitle" idx="1"/>
          </p:nvPr>
        </p:nvSpPr>
        <p:spPr>
          <a:xfrm>
            <a:off x="1194600" y="2242667"/>
            <a:ext cx="5129600" cy="3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867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4" name="Google Shape;134;p18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7573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135" name="Google Shape;135;p18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" name="Google Shape;136;p18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7" name="Google Shape;137;p18"/>
          <p:cNvCxnSpPr/>
          <p:nvPr/>
        </p:nvCxnSpPr>
        <p:spPr>
          <a:xfrm flipH="1">
            <a:off x="7900600" y="3730000"/>
            <a:ext cx="4504000" cy="3289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0364859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1_Title and text 1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1127400" y="1977100"/>
            <a:ext cx="9937200" cy="17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3066000" y="3962867"/>
            <a:ext cx="6060000" cy="7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141" name="Google Shape;141;p19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" name="Google Shape;142;p19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5208053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 txBox="1">
            <a:spLocks noGrp="1"/>
          </p:cNvSpPr>
          <p:nvPr>
            <p:ph type="title"/>
          </p:nvPr>
        </p:nvSpPr>
        <p:spPr>
          <a:xfrm>
            <a:off x="4990467" y="2066500"/>
            <a:ext cx="6060000" cy="17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1pPr>
            <a:lvl2pPr lvl="1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9000"/>
              <a:buNone/>
              <a:defRPr sz="12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5" name="Google Shape;145;p20"/>
          <p:cNvSpPr txBox="1">
            <a:spLocks noGrp="1"/>
          </p:cNvSpPr>
          <p:nvPr>
            <p:ph type="subTitle" idx="1"/>
          </p:nvPr>
        </p:nvSpPr>
        <p:spPr>
          <a:xfrm>
            <a:off x="4990467" y="4052284"/>
            <a:ext cx="6060000" cy="7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146" name="Google Shape;146;p20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7" name="Google Shape;147;p20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8" name="Google Shape;148;p20"/>
          <p:cNvCxnSpPr/>
          <p:nvPr/>
        </p:nvCxnSpPr>
        <p:spPr>
          <a:xfrm>
            <a:off x="-333633" y="5435267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9" name="Google Shape;149;p20"/>
          <p:cNvCxnSpPr/>
          <p:nvPr/>
        </p:nvCxnSpPr>
        <p:spPr>
          <a:xfrm>
            <a:off x="9921533" y="-64500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0" name="Google Shape;150;p20"/>
          <p:cNvCxnSpPr/>
          <p:nvPr/>
        </p:nvCxnSpPr>
        <p:spPr>
          <a:xfrm flipH="1">
            <a:off x="9938984" y="5404884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1" name="Google Shape;151;p20"/>
          <p:cNvCxnSpPr/>
          <p:nvPr/>
        </p:nvCxnSpPr>
        <p:spPr>
          <a:xfrm flipH="1">
            <a:off x="-316183" y="-94883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7405500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 txBox="1">
            <a:spLocks noGrp="1"/>
          </p:cNvSpPr>
          <p:nvPr>
            <p:ph type="title"/>
          </p:nvPr>
        </p:nvSpPr>
        <p:spPr>
          <a:xfrm>
            <a:off x="569767" y="3349067"/>
            <a:ext cx="6620800" cy="148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5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4" name="Google Shape;154;p21"/>
          <p:cNvSpPr txBox="1">
            <a:spLocks noGrp="1"/>
          </p:cNvSpPr>
          <p:nvPr>
            <p:ph type="title" idx="2" hasCustomPrompt="1"/>
          </p:nvPr>
        </p:nvSpPr>
        <p:spPr>
          <a:xfrm>
            <a:off x="4989233" y="1979591"/>
            <a:ext cx="2201200" cy="130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9333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9pPr>
          </a:lstStyle>
          <a:p>
            <a:r>
              <a:t>xx%</a:t>
            </a:r>
          </a:p>
        </p:txBody>
      </p:sp>
      <p:sp>
        <p:nvSpPr>
          <p:cNvPr id="155" name="Google Shape;155;p21"/>
          <p:cNvSpPr txBox="1">
            <a:spLocks noGrp="1"/>
          </p:cNvSpPr>
          <p:nvPr>
            <p:ph type="subTitle" idx="1"/>
          </p:nvPr>
        </p:nvSpPr>
        <p:spPr>
          <a:xfrm>
            <a:off x="1108833" y="4833333"/>
            <a:ext cx="6081600" cy="5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156" name="Google Shape;156;p21"/>
          <p:cNvCxnSpPr/>
          <p:nvPr/>
        </p:nvCxnSpPr>
        <p:spPr>
          <a:xfrm rot="10800000">
            <a:off x="-400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7" name="Google Shape;157;p21"/>
          <p:cNvCxnSpPr/>
          <p:nvPr/>
        </p:nvCxnSpPr>
        <p:spPr>
          <a:xfrm rot="10800000">
            <a:off x="-400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" name="Google Shape;158;p21"/>
          <p:cNvCxnSpPr/>
          <p:nvPr/>
        </p:nvCxnSpPr>
        <p:spPr>
          <a:xfrm>
            <a:off x="-150500" y="5306367"/>
            <a:ext cx="1838000" cy="1648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9" name="Google Shape;159;p21"/>
          <p:cNvCxnSpPr/>
          <p:nvPr/>
        </p:nvCxnSpPr>
        <p:spPr>
          <a:xfrm>
            <a:off x="10544967" y="-118267"/>
            <a:ext cx="1891600" cy="1419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0366170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162" name="Google Shape;162;p22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3" name="Google Shape;163;p22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4" name="Google Shape;164;p22"/>
          <p:cNvCxnSpPr/>
          <p:nvPr/>
        </p:nvCxnSpPr>
        <p:spPr>
          <a:xfrm>
            <a:off x="9609800" y="-204233"/>
            <a:ext cx="2827200" cy="1698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16455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6" name="Google Shape;166;p23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7" name="Google Shape;167;p23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" name="Google Shape;168;p23"/>
          <p:cNvCxnSpPr/>
          <p:nvPr/>
        </p:nvCxnSpPr>
        <p:spPr>
          <a:xfrm>
            <a:off x="-333633" y="5435267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169;p23"/>
          <p:cNvCxnSpPr/>
          <p:nvPr/>
        </p:nvCxnSpPr>
        <p:spPr>
          <a:xfrm>
            <a:off x="9921533" y="-64500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170;p23"/>
          <p:cNvCxnSpPr/>
          <p:nvPr/>
        </p:nvCxnSpPr>
        <p:spPr>
          <a:xfrm flipH="1">
            <a:off x="9938984" y="5404884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171;p23"/>
          <p:cNvCxnSpPr/>
          <p:nvPr/>
        </p:nvCxnSpPr>
        <p:spPr>
          <a:xfrm flipH="1">
            <a:off x="-316183" y="-94883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2" name="Google Shape;172;p23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6259338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>
            <a:spLocks noGrp="1"/>
          </p:cNvSpPr>
          <p:nvPr>
            <p:ph type="title"/>
          </p:nvPr>
        </p:nvSpPr>
        <p:spPr>
          <a:xfrm>
            <a:off x="2503300" y="593367"/>
            <a:ext cx="7185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5" name="Google Shape;175;p24"/>
          <p:cNvSpPr txBox="1">
            <a:spLocks noGrp="1"/>
          </p:cNvSpPr>
          <p:nvPr>
            <p:ph type="subTitle" idx="1"/>
          </p:nvPr>
        </p:nvSpPr>
        <p:spPr>
          <a:xfrm>
            <a:off x="4302277" y="1873853"/>
            <a:ext cx="3314800" cy="5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6" name="Google Shape;176;p24"/>
          <p:cNvSpPr txBox="1">
            <a:spLocks noGrp="1"/>
          </p:cNvSpPr>
          <p:nvPr>
            <p:ph type="subTitle" idx="2"/>
          </p:nvPr>
        </p:nvSpPr>
        <p:spPr>
          <a:xfrm>
            <a:off x="4302277" y="2408556"/>
            <a:ext cx="331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7" name="Google Shape;177;p24"/>
          <p:cNvSpPr txBox="1">
            <a:spLocks noGrp="1"/>
          </p:cNvSpPr>
          <p:nvPr>
            <p:ph type="subTitle" idx="3"/>
          </p:nvPr>
        </p:nvSpPr>
        <p:spPr>
          <a:xfrm>
            <a:off x="958811" y="1873853"/>
            <a:ext cx="3314800" cy="5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24"/>
          <p:cNvSpPr txBox="1">
            <a:spLocks noGrp="1"/>
          </p:cNvSpPr>
          <p:nvPr>
            <p:ph type="subTitle" idx="4"/>
          </p:nvPr>
        </p:nvSpPr>
        <p:spPr>
          <a:xfrm>
            <a:off x="958811" y="2408556"/>
            <a:ext cx="331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24"/>
          <p:cNvSpPr txBox="1">
            <a:spLocks noGrp="1"/>
          </p:cNvSpPr>
          <p:nvPr>
            <p:ph type="subTitle" idx="5"/>
          </p:nvPr>
        </p:nvSpPr>
        <p:spPr>
          <a:xfrm>
            <a:off x="4302277" y="4228157"/>
            <a:ext cx="3314800" cy="6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24"/>
          <p:cNvSpPr txBox="1">
            <a:spLocks noGrp="1"/>
          </p:cNvSpPr>
          <p:nvPr>
            <p:ph type="subTitle" idx="6"/>
          </p:nvPr>
        </p:nvSpPr>
        <p:spPr>
          <a:xfrm>
            <a:off x="4302277" y="4753983"/>
            <a:ext cx="331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24"/>
          <p:cNvSpPr txBox="1">
            <a:spLocks noGrp="1"/>
          </p:cNvSpPr>
          <p:nvPr>
            <p:ph type="subTitle" idx="7"/>
          </p:nvPr>
        </p:nvSpPr>
        <p:spPr>
          <a:xfrm>
            <a:off x="958811" y="4228157"/>
            <a:ext cx="3314800" cy="6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2" name="Google Shape;182;p24"/>
          <p:cNvSpPr txBox="1">
            <a:spLocks noGrp="1"/>
          </p:cNvSpPr>
          <p:nvPr>
            <p:ph type="subTitle" idx="8"/>
          </p:nvPr>
        </p:nvSpPr>
        <p:spPr>
          <a:xfrm>
            <a:off x="958877" y="4753983"/>
            <a:ext cx="331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183" name="Google Shape;183;p24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4" name="Google Shape;184;p24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9568068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6" name="Google Shape;186;p25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7" name="Google Shape;187;p25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8" name="Google Shape;188;p25"/>
          <p:cNvCxnSpPr/>
          <p:nvPr/>
        </p:nvCxnSpPr>
        <p:spPr>
          <a:xfrm>
            <a:off x="-333633" y="5435267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9" name="Google Shape;189;p25"/>
          <p:cNvCxnSpPr/>
          <p:nvPr/>
        </p:nvCxnSpPr>
        <p:spPr>
          <a:xfrm>
            <a:off x="9921533" y="-64500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0" name="Google Shape;190;p25"/>
          <p:cNvSpPr txBox="1">
            <a:spLocks noGrp="1"/>
          </p:cNvSpPr>
          <p:nvPr>
            <p:ph type="body" idx="1"/>
          </p:nvPr>
        </p:nvSpPr>
        <p:spPr>
          <a:xfrm>
            <a:off x="7397200" y="4010333"/>
            <a:ext cx="3844000" cy="212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4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marL="1219170" lvl="1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4000">
                <a:latin typeface="Vidaloka"/>
                <a:ea typeface="Vidaloka"/>
                <a:cs typeface="Vidaloka"/>
                <a:sym typeface="Vidaloka"/>
              </a:defRPr>
            </a:lvl2pPr>
            <a:lvl3pPr marL="1828754" lvl="2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4000">
                <a:latin typeface="Vidaloka"/>
                <a:ea typeface="Vidaloka"/>
                <a:cs typeface="Vidaloka"/>
                <a:sym typeface="Vidaloka"/>
              </a:defRPr>
            </a:lvl3pPr>
            <a:lvl4pPr marL="2438339" lvl="3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000">
                <a:latin typeface="Vidaloka"/>
                <a:ea typeface="Vidaloka"/>
                <a:cs typeface="Vidaloka"/>
                <a:sym typeface="Vidaloka"/>
              </a:defRPr>
            </a:lvl4pPr>
            <a:lvl5pPr marL="3047924" lvl="4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4000">
                <a:latin typeface="Vidaloka"/>
                <a:ea typeface="Vidaloka"/>
                <a:cs typeface="Vidaloka"/>
                <a:sym typeface="Vidaloka"/>
              </a:defRPr>
            </a:lvl5pPr>
            <a:lvl6pPr marL="3657509" lvl="5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4000">
                <a:latin typeface="Vidaloka"/>
                <a:ea typeface="Vidaloka"/>
                <a:cs typeface="Vidaloka"/>
                <a:sym typeface="Vidaloka"/>
              </a:defRPr>
            </a:lvl6pPr>
            <a:lvl7pPr marL="4267093" lvl="6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000">
                <a:latin typeface="Vidaloka"/>
                <a:ea typeface="Vidaloka"/>
                <a:cs typeface="Vidaloka"/>
                <a:sym typeface="Vidaloka"/>
              </a:defRPr>
            </a:lvl7pPr>
            <a:lvl8pPr marL="4876678" lvl="7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4000">
                <a:latin typeface="Vidaloka"/>
                <a:ea typeface="Vidaloka"/>
                <a:cs typeface="Vidaloka"/>
                <a:sym typeface="Vidaloka"/>
              </a:defRPr>
            </a:lvl8pPr>
            <a:lvl9pPr marL="5486263" lvl="8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4000"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146549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1">
  <p:cSld name="Big number 1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"/>
          <p:cNvSpPr txBox="1">
            <a:spLocks noGrp="1"/>
          </p:cNvSpPr>
          <p:nvPr>
            <p:ph type="title" hasCustomPrompt="1"/>
          </p:nvPr>
        </p:nvSpPr>
        <p:spPr>
          <a:xfrm>
            <a:off x="950967" y="1793833"/>
            <a:ext cx="8160400" cy="21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193" name="Google Shape;193;p26"/>
          <p:cNvSpPr txBox="1">
            <a:spLocks noGrp="1"/>
          </p:cNvSpPr>
          <p:nvPr>
            <p:ph type="subTitle" idx="1"/>
          </p:nvPr>
        </p:nvSpPr>
        <p:spPr>
          <a:xfrm>
            <a:off x="950967" y="4251531"/>
            <a:ext cx="8160400" cy="5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194" name="Google Shape;194;p26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5" name="Google Shape;195;p26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" name="Google Shape;196;p26"/>
          <p:cNvCxnSpPr/>
          <p:nvPr/>
        </p:nvCxnSpPr>
        <p:spPr>
          <a:xfrm>
            <a:off x="9921533" y="-64500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" name="Google Shape;197;p26"/>
          <p:cNvCxnSpPr/>
          <p:nvPr/>
        </p:nvCxnSpPr>
        <p:spPr>
          <a:xfrm flipH="1">
            <a:off x="9938984" y="5404884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9999509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 header 2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 txBox="1">
            <a:spLocks noGrp="1"/>
          </p:cNvSpPr>
          <p:nvPr>
            <p:ph type="title"/>
          </p:nvPr>
        </p:nvSpPr>
        <p:spPr>
          <a:xfrm>
            <a:off x="5795333" y="3289833"/>
            <a:ext cx="5444800" cy="160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667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0" name="Google Shape;200;p27"/>
          <p:cNvSpPr txBox="1">
            <a:spLocks noGrp="1"/>
          </p:cNvSpPr>
          <p:nvPr>
            <p:ph type="title" idx="2" hasCustomPrompt="1"/>
          </p:nvPr>
        </p:nvSpPr>
        <p:spPr>
          <a:xfrm>
            <a:off x="6608133" y="1361767"/>
            <a:ext cx="2201200" cy="13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9333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9pPr>
          </a:lstStyle>
          <a:p>
            <a:r>
              <a:t>xx%</a:t>
            </a:r>
          </a:p>
        </p:txBody>
      </p:sp>
      <p:sp>
        <p:nvSpPr>
          <p:cNvPr id="201" name="Google Shape;201;p27"/>
          <p:cNvSpPr txBox="1">
            <a:spLocks noGrp="1"/>
          </p:cNvSpPr>
          <p:nvPr>
            <p:ph type="subTitle" idx="1"/>
          </p:nvPr>
        </p:nvSpPr>
        <p:spPr>
          <a:xfrm>
            <a:off x="5795333" y="4866233"/>
            <a:ext cx="5444800" cy="83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202" name="Google Shape;202;p27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3" name="Google Shape;203;p27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4" name="Google Shape;204;p27"/>
          <p:cNvCxnSpPr/>
          <p:nvPr/>
        </p:nvCxnSpPr>
        <p:spPr>
          <a:xfrm>
            <a:off x="-279467" y="3203267"/>
            <a:ext cx="4192400" cy="37196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6389258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 header 3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 txBox="1">
            <a:spLocks noGrp="1"/>
          </p:cNvSpPr>
          <p:nvPr>
            <p:ph type="title"/>
          </p:nvPr>
        </p:nvSpPr>
        <p:spPr>
          <a:xfrm>
            <a:off x="5831800" y="1259000"/>
            <a:ext cx="5346000" cy="86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667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7" name="Google Shape;207;p28"/>
          <p:cNvSpPr txBox="1">
            <a:spLocks noGrp="1"/>
          </p:cNvSpPr>
          <p:nvPr>
            <p:ph type="title" idx="2" hasCustomPrompt="1"/>
          </p:nvPr>
        </p:nvSpPr>
        <p:spPr>
          <a:xfrm>
            <a:off x="3059800" y="1462200"/>
            <a:ext cx="2201200" cy="13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9333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 b="1"/>
            </a:lvl9pPr>
          </a:lstStyle>
          <a:p>
            <a:r>
              <a:t>xx%</a:t>
            </a:r>
          </a:p>
        </p:txBody>
      </p:sp>
      <p:sp>
        <p:nvSpPr>
          <p:cNvPr id="208" name="Google Shape;208;p28"/>
          <p:cNvSpPr txBox="1">
            <a:spLocks noGrp="1"/>
          </p:cNvSpPr>
          <p:nvPr>
            <p:ph type="subTitle" idx="1"/>
          </p:nvPr>
        </p:nvSpPr>
        <p:spPr>
          <a:xfrm>
            <a:off x="5831800" y="2124200"/>
            <a:ext cx="3300400" cy="83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67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209" name="Google Shape;209;p28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0" name="Google Shape;210;p28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1" name="Google Shape;211;p28"/>
          <p:cNvCxnSpPr/>
          <p:nvPr/>
        </p:nvCxnSpPr>
        <p:spPr>
          <a:xfrm>
            <a:off x="-333633" y="5435267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2" name="Google Shape;212;p28"/>
          <p:cNvCxnSpPr/>
          <p:nvPr/>
        </p:nvCxnSpPr>
        <p:spPr>
          <a:xfrm>
            <a:off x="9921533" y="-64500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3" name="Google Shape;213;p28"/>
          <p:cNvCxnSpPr/>
          <p:nvPr/>
        </p:nvCxnSpPr>
        <p:spPr>
          <a:xfrm flipH="1">
            <a:off x="9938984" y="5404884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4" name="Google Shape;214;p28"/>
          <p:cNvCxnSpPr/>
          <p:nvPr/>
        </p:nvCxnSpPr>
        <p:spPr>
          <a:xfrm flipH="1">
            <a:off x="-316183" y="-94883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63104383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9"/>
          <p:cNvSpPr txBox="1">
            <a:spLocks noGrp="1"/>
          </p:cNvSpPr>
          <p:nvPr>
            <p:ph type="title"/>
          </p:nvPr>
        </p:nvSpPr>
        <p:spPr>
          <a:xfrm>
            <a:off x="1391633" y="1230089"/>
            <a:ext cx="4164000" cy="30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4667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7" name="Google Shape;217;p29"/>
          <p:cNvSpPr txBox="1">
            <a:spLocks noGrp="1"/>
          </p:cNvSpPr>
          <p:nvPr>
            <p:ph type="subTitle" idx="1"/>
          </p:nvPr>
        </p:nvSpPr>
        <p:spPr>
          <a:xfrm>
            <a:off x="1391633" y="4481251"/>
            <a:ext cx="4018000" cy="10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218" name="Google Shape;218;p29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9" name="Google Shape;219;p29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0" name="Google Shape;220;p29"/>
          <p:cNvCxnSpPr/>
          <p:nvPr/>
        </p:nvCxnSpPr>
        <p:spPr>
          <a:xfrm>
            <a:off x="7096867" y="-107500"/>
            <a:ext cx="5340000" cy="267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6220196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0"/>
          <p:cNvSpPr txBox="1">
            <a:spLocks noGrp="1"/>
          </p:cNvSpPr>
          <p:nvPr>
            <p:ph type="title"/>
          </p:nvPr>
        </p:nvSpPr>
        <p:spPr>
          <a:xfrm>
            <a:off x="7081233" y="1283420"/>
            <a:ext cx="4164000" cy="301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4667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23" name="Google Shape;223;p30"/>
          <p:cNvSpPr txBox="1">
            <a:spLocks noGrp="1"/>
          </p:cNvSpPr>
          <p:nvPr>
            <p:ph type="subTitle" idx="1"/>
          </p:nvPr>
        </p:nvSpPr>
        <p:spPr>
          <a:xfrm>
            <a:off x="7081233" y="4534580"/>
            <a:ext cx="4018000" cy="104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224" name="Google Shape;224;p30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5" name="Google Shape;225;p30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6" name="Google Shape;226;p30"/>
          <p:cNvCxnSpPr/>
          <p:nvPr/>
        </p:nvCxnSpPr>
        <p:spPr>
          <a:xfrm>
            <a:off x="-333633" y="5435267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7" name="Google Shape;227;p30"/>
          <p:cNvCxnSpPr/>
          <p:nvPr/>
        </p:nvCxnSpPr>
        <p:spPr>
          <a:xfrm>
            <a:off x="9921533" y="-64500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8" name="Google Shape;228;p30"/>
          <p:cNvCxnSpPr/>
          <p:nvPr/>
        </p:nvCxnSpPr>
        <p:spPr>
          <a:xfrm flipH="1">
            <a:off x="9938984" y="5404884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9" name="Google Shape;229;p30"/>
          <p:cNvCxnSpPr/>
          <p:nvPr/>
        </p:nvCxnSpPr>
        <p:spPr>
          <a:xfrm flipH="1">
            <a:off x="-316183" y="-94883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0319695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1"/>
          <p:cNvSpPr txBox="1">
            <a:spLocks noGrp="1"/>
          </p:cNvSpPr>
          <p:nvPr>
            <p:ph type="subTitle" idx="1"/>
          </p:nvPr>
        </p:nvSpPr>
        <p:spPr>
          <a:xfrm>
            <a:off x="4678667" y="3376068"/>
            <a:ext cx="2834800" cy="5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2" name="Google Shape;232;p31"/>
          <p:cNvSpPr txBox="1">
            <a:spLocks noGrp="1"/>
          </p:cNvSpPr>
          <p:nvPr>
            <p:ph type="subTitle" idx="2"/>
          </p:nvPr>
        </p:nvSpPr>
        <p:spPr>
          <a:xfrm>
            <a:off x="4678700" y="3930996"/>
            <a:ext cx="2834800" cy="10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3" name="Google Shape;233;p31"/>
          <p:cNvSpPr txBox="1">
            <a:spLocks noGrp="1"/>
          </p:cNvSpPr>
          <p:nvPr>
            <p:ph type="subTitle" idx="3"/>
          </p:nvPr>
        </p:nvSpPr>
        <p:spPr>
          <a:xfrm>
            <a:off x="1270700" y="3376068"/>
            <a:ext cx="2834800" cy="5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4" name="Google Shape;234;p31"/>
          <p:cNvSpPr txBox="1">
            <a:spLocks noGrp="1"/>
          </p:cNvSpPr>
          <p:nvPr>
            <p:ph type="subTitle" idx="4"/>
          </p:nvPr>
        </p:nvSpPr>
        <p:spPr>
          <a:xfrm>
            <a:off x="1270833" y="3930996"/>
            <a:ext cx="2834800" cy="10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5" name="Google Shape;235;p31"/>
          <p:cNvSpPr txBox="1">
            <a:spLocks noGrp="1"/>
          </p:cNvSpPr>
          <p:nvPr>
            <p:ph type="subTitle" idx="5"/>
          </p:nvPr>
        </p:nvSpPr>
        <p:spPr>
          <a:xfrm>
            <a:off x="8086500" y="3376068"/>
            <a:ext cx="2834800" cy="5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6" name="Google Shape;236;p31"/>
          <p:cNvSpPr txBox="1">
            <a:spLocks noGrp="1"/>
          </p:cNvSpPr>
          <p:nvPr>
            <p:ph type="subTitle" idx="6"/>
          </p:nvPr>
        </p:nvSpPr>
        <p:spPr>
          <a:xfrm>
            <a:off x="8086500" y="3930996"/>
            <a:ext cx="2834800" cy="10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7" name="Google Shape;237;p3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88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238" name="Google Shape;238;p31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9" name="Google Shape;239;p31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2132429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 txBox="1">
            <a:spLocks noGrp="1"/>
          </p:cNvSpPr>
          <p:nvPr>
            <p:ph type="subTitle" idx="1"/>
          </p:nvPr>
        </p:nvSpPr>
        <p:spPr>
          <a:xfrm>
            <a:off x="4678667" y="2258468"/>
            <a:ext cx="2834800" cy="5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2" name="Google Shape;242;p32"/>
          <p:cNvSpPr txBox="1">
            <a:spLocks noGrp="1"/>
          </p:cNvSpPr>
          <p:nvPr>
            <p:ph type="subTitle" idx="2"/>
          </p:nvPr>
        </p:nvSpPr>
        <p:spPr>
          <a:xfrm>
            <a:off x="4678700" y="2813399"/>
            <a:ext cx="283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3" name="Google Shape;243;p32"/>
          <p:cNvSpPr txBox="1">
            <a:spLocks noGrp="1"/>
          </p:cNvSpPr>
          <p:nvPr>
            <p:ph type="subTitle" idx="3"/>
          </p:nvPr>
        </p:nvSpPr>
        <p:spPr>
          <a:xfrm>
            <a:off x="1270700" y="2258468"/>
            <a:ext cx="2834800" cy="5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4" name="Google Shape;244;p32"/>
          <p:cNvSpPr txBox="1">
            <a:spLocks noGrp="1"/>
          </p:cNvSpPr>
          <p:nvPr>
            <p:ph type="subTitle" idx="4"/>
          </p:nvPr>
        </p:nvSpPr>
        <p:spPr>
          <a:xfrm>
            <a:off x="1270833" y="2813399"/>
            <a:ext cx="283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5" name="Google Shape;245;p32"/>
          <p:cNvSpPr txBox="1">
            <a:spLocks noGrp="1"/>
          </p:cNvSpPr>
          <p:nvPr>
            <p:ph type="subTitle" idx="5"/>
          </p:nvPr>
        </p:nvSpPr>
        <p:spPr>
          <a:xfrm>
            <a:off x="8086500" y="2258468"/>
            <a:ext cx="2834800" cy="5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6" name="Google Shape;246;p32"/>
          <p:cNvSpPr txBox="1">
            <a:spLocks noGrp="1"/>
          </p:cNvSpPr>
          <p:nvPr>
            <p:ph type="subTitle" idx="6"/>
          </p:nvPr>
        </p:nvSpPr>
        <p:spPr>
          <a:xfrm>
            <a:off x="8086500" y="2813399"/>
            <a:ext cx="283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7" name="Google Shape;247;p32"/>
          <p:cNvSpPr txBox="1">
            <a:spLocks noGrp="1"/>
          </p:cNvSpPr>
          <p:nvPr>
            <p:ph type="title"/>
          </p:nvPr>
        </p:nvSpPr>
        <p:spPr>
          <a:xfrm>
            <a:off x="1659000" y="593367"/>
            <a:ext cx="88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8" name="Google Shape;248;p32"/>
          <p:cNvSpPr txBox="1">
            <a:spLocks noGrp="1"/>
          </p:cNvSpPr>
          <p:nvPr>
            <p:ph type="subTitle" idx="7"/>
          </p:nvPr>
        </p:nvSpPr>
        <p:spPr>
          <a:xfrm>
            <a:off x="4678667" y="4531668"/>
            <a:ext cx="2834800" cy="5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9" name="Google Shape;249;p32"/>
          <p:cNvSpPr txBox="1">
            <a:spLocks noGrp="1"/>
          </p:cNvSpPr>
          <p:nvPr>
            <p:ph type="subTitle" idx="8"/>
          </p:nvPr>
        </p:nvSpPr>
        <p:spPr>
          <a:xfrm>
            <a:off x="4678700" y="5086599"/>
            <a:ext cx="283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0" name="Google Shape;250;p32"/>
          <p:cNvSpPr txBox="1">
            <a:spLocks noGrp="1"/>
          </p:cNvSpPr>
          <p:nvPr>
            <p:ph type="subTitle" idx="9"/>
          </p:nvPr>
        </p:nvSpPr>
        <p:spPr>
          <a:xfrm>
            <a:off x="1270700" y="4531668"/>
            <a:ext cx="2834800" cy="5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1" name="Google Shape;251;p32"/>
          <p:cNvSpPr txBox="1">
            <a:spLocks noGrp="1"/>
          </p:cNvSpPr>
          <p:nvPr>
            <p:ph type="subTitle" idx="13"/>
          </p:nvPr>
        </p:nvSpPr>
        <p:spPr>
          <a:xfrm>
            <a:off x="1270833" y="5086599"/>
            <a:ext cx="283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2" name="Google Shape;252;p32"/>
          <p:cNvSpPr txBox="1">
            <a:spLocks noGrp="1"/>
          </p:cNvSpPr>
          <p:nvPr>
            <p:ph type="subTitle" idx="14"/>
          </p:nvPr>
        </p:nvSpPr>
        <p:spPr>
          <a:xfrm>
            <a:off x="8086500" y="4531668"/>
            <a:ext cx="2834800" cy="5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53" name="Google Shape;253;p32"/>
          <p:cNvSpPr txBox="1">
            <a:spLocks noGrp="1"/>
          </p:cNvSpPr>
          <p:nvPr>
            <p:ph type="subTitle" idx="15"/>
          </p:nvPr>
        </p:nvSpPr>
        <p:spPr>
          <a:xfrm>
            <a:off x="8086500" y="5086599"/>
            <a:ext cx="2834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254" name="Google Shape;254;p32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5" name="Google Shape;255;p32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6" name="Google Shape;256;p32"/>
          <p:cNvCxnSpPr/>
          <p:nvPr/>
        </p:nvCxnSpPr>
        <p:spPr>
          <a:xfrm>
            <a:off x="-333633" y="5435267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7" name="Google Shape;257;p32"/>
          <p:cNvCxnSpPr/>
          <p:nvPr/>
        </p:nvCxnSpPr>
        <p:spPr>
          <a:xfrm>
            <a:off x="9921533" y="-64500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27734140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1">
  <p:cSld name="Title and six columns 1"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3"/>
          <p:cNvSpPr txBox="1">
            <a:spLocks noGrp="1"/>
          </p:cNvSpPr>
          <p:nvPr>
            <p:ph type="subTitle" idx="1"/>
          </p:nvPr>
        </p:nvSpPr>
        <p:spPr>
          <a:xfrm>
            <a:off x="4552067" y="2285905"/>
            <a:ext cx="3088000" cy="5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0" name="Google Shape;260;p33"/>
          <p:cNvSpPr txBox="1">
            <a:spLocks noGrp="1"/>
          </p:cNvSpPr>
          <p:nvPr>
            <p:ph type="subTitle" idx="2"/>
          </p:nvPr>
        </p:nvSpPr>
        <p:spPr>
          <a:xfrm>
            <a:off x="4752267" y="2832163"/>
            <a:ext cx="268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1" name="Google Shape;261;p33"/>
          <p:cNvSpPr txBox="1">
            <a:spLocks noGrp="1"/>
          </p:cNvSpPr>
          <p:nvPr>
            <p:ph type="subTitle" idx="3"/>
          </p:nvPr>
        </p:nvSpPr>
        <p:spPr>
          <a:xfrm>
            <a:off x="940967" y="2285905"/>
            <a:ext cx="3088000" cy="5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2" name="Google Shape;262;p33"/>
          <p:cNvSpPr txBox="1">
            <a:spLocks noGrp="1"/>
          </p:cNvSpPr>
          <p:nvPr>
            <p:ph type="subTitle" idx="4"/>
          </p:nvPr>
        </p:nvSpPr>
        <p:spPr>
          <a:xfrm>
            <a:off x="1141167" y="2832163"/>
            <a:ext cx="268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3" name="Google Shape;263;p33"/>
          <p:cNvSpPr txBox="1">
            <a:spLocks noGrp="1"/>
          </p:cNvSpPr>
          <p:nvPr>
            <p:ph type="subTitle" idx="5"/>
          </p:nvPr>
        </p:nvSpPr>
        <p:spPr>
          <a:xfrm>
            <a:off x="8163100" y="2285905"/>
            <a:ext cx="3088000" cy="5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4" name="Google Shape;264;p33"/>
          <p:cNvSpPr txBox="1">
            <a:spLocks noGrp="1"/>
          </p:cNvSpPr>
          <p:nvPr>
            <p:ph type="subTitle" idx="6"/>
          </p:nvPr>
        </p:nvSpPr>
        <p:spPr>
          <a:xfrm>
            <a:off x="8363300" y="2832163"/>
            <a:ext cx="268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5" name="Google Shape;265;p33"/>
          <p:cNvSpPr txBox="1">
            <a:spLocks noGrp="1"/>
          </p:cNvSpPr>
          <p:nvPr>
            <p:ph type="subTitle" idx="7"/>
          </p:nvPr>
        </p:nvSpPr>
        <p:spPr>
          <a:xfrm>
            <a:off x="4552067" y="4604435"/>
            <a:ext cx="3088000" cy="5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6" name="Google Shape;266;p33"/>
          <p:cNvSpPr txBox="1">
            <a:spLocks noGrp="1"/>
          </p:cNvSpPr>
          <p:nvPr>
            <p:ph type="subTitle" idx="8"/>
          </p:nvPr>
        </p:nvSpPr>
        <p:spPr>
          <a:xfrm>
            <a:off x="4752267" y="5159381"/>
            <a:ext cx="268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7" name="Google Shape;267;p33"/>
          <p:cNvSpPr txBox="1">
            <a:spLocks noGrp="1"/>
          </p:cNvSpPr>
          <p:nvPr>
            <p:ph type="subTitle" idx="9"/>
          </p:nvPr>
        </p:nvSpPr>
        <p:spPr>
          <a:xfrm>
            <a:off x="940967" y="4604435"/>
            <a:ext cx="3088000" cy="5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8" name="Google Shape;268;p33"/>
          <p:cNvSpPr txBox="1">
            <a:spLocks noGrp="1"/>
          </p:cNvSpPr>
          <p:nvPr>
            <p:ph type="subTitle" idx="13"/>
          </p:nvPr>
        </p:nvSpPr>
        <p:spPr>
          <a:xfrm>
            <a:off x="1141167" y="5159381"/>
            <a:ext cx="268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9" name="Google Shape;269;p33"/>
          <p:cNvSpPr txBox="1">
            <a:spLocks noGrp="1"/>
          </p:cNvSpPr>
          <p:nvPr>
            <p:ph type="subTitle" idx="14"/>
          </p:nvPr>
        </p:nvSpPr>
        <p:spPr>
          <a:xfrm>
            <a:off x="8163100" y="4604435"/>
            <a:ext cx="3088000" cy="5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0" name="Google Shape;270;p33"/>
          <p:cNvSpPr txBox="1">
            <a:spLocks noGrp="1"/>
          </p:cNvSpPr>
          <p:nvPr>
            <p:ph type="subTitle" idx="15"/>
          </p:nvPr>
        </p:nvSpPr>
        <p:spPr>
          <a:xfrm>
            <a:off x="8363300" y="5159381"/>
            <a:ext cx="268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1" name="Google Shape;271;p33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810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272" name="Google Shape;272;p33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3" name="Google Shape;273;p33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71025631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Title and five columns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4"/>
          <p:cNvSpPr txBox="1">
            <a:spLocks noGrp="1"/>
          </p:cNvSpPr>
          <p:nvPr>
            <p:ph type="subTitle" idx="1"/>
          </p:nvPr>
        </p:nvSpPr>
        <p:spPr>
          <a:xfrm>
            <a:off x="4552067" y="2285905"/>
            <a:ext cx="3088000" cy="5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6" name="Google Shape;276;p34"/>
          <p:cNvSpPr txBox="1">
            <a:spLocks noGrp="1"/>
          </p:cNvSpPr>
          <p:nvPr>
            <p:ph type="subTitle" idx="2"/>
          </p:nvPr>
        </p:nvSpPr>
        <p:spPr>
          <a:xfrm>
            <a:off x="4752267" y="2832163"/>
            <a:ext cx="268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7" name="Google Shape;277;p34"/>
          <p:cNvSpPr txBox="1">
            <a:spLocks noGrp="1"/>
          </p:cNvSpPr>
          <p:nvPr>
            <p:ph type="subTitle" idx="3"/>
          </p:nvPr>
        </p:nvSpPr>
        <p:spPr>
          <a:xfrm>
            <a:off x="940967" y="2285905"/>
            <a:ext cx="3088000" cy="5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8" name="Google Shape;278;p34"/>
          <p:cNvSpPr txBox="1">
            <a:spLocks noGrp="1"/>
          </p:cNvSpPr>
          <p:nvPr>
            <p:ph type="subTitle" idx="4"/>
          </p:nvPr>
        </p:nvSpPr>
        <p:spPr>
          <a:xfrm>
            <a:off x="1141167" y="2832163"/>
            <a:ext cx="268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9" name="Google Shape;279;p34"/>
          <p:cNvSpPr txBox="1">
            <a:spLocks noGrp="1"/>
          </p:cNvSpPr>
          <p:nvPr>
            <p:ph type="subTitle" idx="5"/>
          </p:nvPr>
        </p:nvSpPr>
        <p:spPr>
          <a:xfrm>
            <a:off x="8163100" y="2285905"/>
            <a:ext cx="3088000" cy="5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0" name="Google Shape;280;p34"/>
          <p:cNvSpPr txBox="1">
            <a:spLocks noGrp="1"/>
          </p:cNvSpPr>
          <p:nvPr>
            <p:ph type="subTitle" idx="6"/>
          </p:nvPr>
        </p:nvSpPr>
        <p:spPr>
          <a:xfrm>
            <a:off x="8363300" y="2832163"/>
            <a:ext cx="268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1" name="Google Shape;281;p34"/>
          <p:cNvSpPr txBox="1">
            <a:spLocks noGrp="1"/>
          </p:cNvSpPr>
          <p:nvPr>
            <p:ph type="subTitle" idx="7"/>
          </p:nvPr>
        </p:nvSpPr>
        <p:spPr>
          <a:xfrm>
            <a:off x="2746484" y="4198035"/>
            <a:ext cx="3088000" cy="5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2" name="Google Shape;282;p34"/>
          <p:cNvSpPr txBox="1">
            <a:spLocks noGrp="1"/>
          </p:cNvSpPr>
          <p:nvPr>
            <p:ph type="subTitle" idx="8"/>
          </p:nvPr>
        </p:nvSpPr>
        <p:spPr>
          <a:xfrm>
            <a:off x="2946684" y="4752981"/>
            <a:ext cx="268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3" name="Google Shape;283;p34"/>
          <p:cNvSpPr txBox="1">
            <a:spLocks noGrp="1"/>
          </p:cNvSpPr>
          <p:nvPr>
            <p:ph type="subTitle" idx="9"/>
          </p:nvPr>
        </p:nvSpPr>
        <p:spPr>
          <a:xfrm>
            <a:off x="6357517" y="4198035"/>
            <a:ext cx="3088000" cy="5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32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4" name="Google Shape;284;p34"/>
          <p:cNvSpPr txBox="1">
            <a:spLocks noGrp="1"/>
          </p:cNvSpPr>
          <p:nvPr>
            <p:ph type="subTitle" idx="13"/>
          </p:nvPr>
        </p:nvSpPr>
        <p:spPr>
          <a:xfrm>
            <a:off x="6557717" y="4752981"/>
            <a:ext cx="268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5" name="Google Shape;285;p34"/>
          <p:cNvSpPr txBox="1">
            <a:spLocks noGrp="1"/>
          </p:cNvSpPr>
          <p:nvPr>
            <p:ph type="title"/>
          </p:nvPr>
        </p:nvSpPr>
        <p:spPr>
          <a:xfrm>
            <a:off x="2042200" y="593367"/>
            <a:ext cx="810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286" name="Google Shape;286;p34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7" name="Google Shape;287;p34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8" name="Google Shape;288;p34"/>
          <p:cNvCxnSpPr/>
          <p:nvPr/>
        </p:nvCxnSpPr>
        <p:spPr>
          <a:xfrm>
            <a:off x="9921533" y="-64500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9" name="Google Shape;289;p34"/>
          <p:cNvCxnSpPr/>
          <p:nvPr/>
        </p:nvCxnSpPr>
        <p:spPr>
          <a:xfrm flipH="1">
            <a:off x="9938984" y="5404884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06175105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5"/>
          <p:cNvSpPr txBox="1">
            <a:spLocks noGrp="1"/>
          </p:cNvSpPr>
          <p:nvPr>
            <p:ph type="title"/>
          </p:nvPr>
        </p:nvSpPr>
        <p:spPr>
          <a:xfrm>
            <a:off x="954967" y="1430667"/>
            <a:ext cx="7520800" cy="380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12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292" name="Google Shape;292;p35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3" name="Google Shape;293;p35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4" name="Google Shape;294;p35"/>
          <p:cNvCxnSpPr/>
          <p:nvPr/>
        </p:nvCxnSpPr>
        <p:spPr>
          <a:xfrm>
            <a:off x="-333633" y="5435267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5" name="Google Shape;295;p35"/>
          <p:cNvCxnSpPr/>
          <p:nvPr/>
        </p:nvCxnSpPr>
        <p:spPr>
          <a:xfrm>
            <a:off x="9921533" y="-64500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6" name="Google Shape;296;p35"/>
          <p:cNvCxnSpPr/>
          <p:nvPr/>
        </p:nvCxnSpPr>
        <p:spPr>
          <a:xfrm flipH="1">
            <a:off x="9938984" y="5404884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7" name="Google Shape;297;p35"/>
          <p:cNvCxnSpPr/>
          <p:nvPr/>
        </p:nvCxnSpPr>
        <p:spPr>
          <a:xfrm flipH="1">
            <a:off x="-316183" y="-94883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08957598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Title and four columns 1"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6"/>
          <p:cNvSpPr txBox="1">
            <a:spLocks noGrp="1"/>
          </p:cNvSpPr>
          <p:nvPr>
            <p:ph type="subTitle" idx="1"/>
          </p:nvPr>
        </p:nvSpPr>
        <p:spPr>
          <a:xfrm>
            <a:off x="6555800" y="2525600"/>
            <a:ext cx="3088000" cy="6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0" name="Google Shape;300;p36"/>
          <p:cNvSpPr txBox="1">
            <a:spLocks noGrp="1"/>
          </p:cNvSpPr>
          <p:nvPr>
            <p:ph type="subTitle" idx="2"/>
          </p:nvPr>
        </p:nvSpPr>
        <p:spPr>
          <a:xfrm>
            <a:off x="6745200" y="3061964"/>
            <a:ext cx="2709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1" name="Google Shape;301;p36"/>
          <p:cNvSpPr txBox="1">
            <a:spLocks noGrp="1"/>
          </p:cNvSpPr>
          <p:nvPr>
            <p:ph type="subTitle" idx="3"/>
          </p:nvPr>
        </p:nvSpPr>
        <p:spPr>
          <a:xfrm>
            <a:off x="2548200" y="2525600"/>
            <a:ext cx="3088000" cy="6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2" name="Google Shape;302;p36"/>
          <p:cNvSpPr txBox="1">
            <a:spLocks noGrp="1"/>
          </p:cNvSpPr>
          <p:nvPr>
            <p:ph type="subTitle" idx="4"/>
          </p:nvPr>
        </p:nvSpPr>
        <p:spPr>
          <a:xfrm>
            <a:off x="2737733" y="3061964"/>
            <a:ext cx="2709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3" name="Google Shape;303;p36"/>
          <p:cNvSpPr txBox="1">
            <a:spLocks noGrp="1"/>
          </p:cNvSpPr>
          <p:nvPr>
            <p:ph type="subTitle" idx="5"/>
          </p:nvPr>
        </p:nvSpPr>
        <p:spPr>
          <a:xfrm>
            <a:off x="6555800" y="4705203"/>
            <a:ext cx="3088000" cy="6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4" name="Google Shape;304;p36"/>
          <p:cNvSpPr txBox="1">
            <a:spLocks noGrp="1"/>
          </p:cNvSpPr>
          <p:nvPr>
            <p:ph type="subTitle" idx="6"/>
          </p:nvPr>
        </p:nvSpPr>
        <p:spPr>
          <a:xfrm>
            <a:off x="6745200" y="5231644"/>
            <a:ext cx="2709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5" name="Google Shape;305;p36"/>
          <p:cNvSpPr txBox="1">
            <a:spLocks noGrp="1"/>
          </p:cNvSpPr>
          <p:nvPr>
            <p:ph type="subTitle" idx="7"/>
          </p:nvPr>
        </p:nvSpPr>
        <p:spPr>
          <a:xfrm>
            <a:off x="2548200" y="4705203"/>
            <a:ext cx="3088000" cy="6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6" name="Google Shape;306;p36"/>
          <p:cNvSpPr txBox="1">
            <a:spLocks noGrp="1"/>
          </p:cNvSpPr>
          <p:nvPr>
            <p:ph type="subTitle" idx="8"/>
          </p:nvPr>
        </p:nvSpPr>
        <p:spPr>
          <a:xfrm>
            <a:off x="2737600" y="5231644"/>
            <a:ext cx="2709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7" name="Google Shape;307;p36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8640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308" name="Google Shape;308;p36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9" name="Google Shape;309;p36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1281001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7"/>
          <p:cNvSpPr txBox="1">
            <a:spLocks noGrp="1"/>
          </p:cNvSpPr>
          <p:nvPr>
            <p:ph type="subTitle" idx="1"/>
          </p:nvPr>
        </p:nvSpPr>
        <p:spPr>
          <a:xfrm>
            <a:off x="4762567" y="3872595"/>
            <a:ext cx="2687200" cy="6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2" name="Google Shape;312;p37"/>
          <p:cNvSpPr txBox="1">
            <a:spLocks noGrp="1"/>
          </p:cNvSpPr>
          <p:nvPr>
            <p:ph type="subTitle" idx="2"/>
          </p:nvPr>
        </p:nvSpPr>
        <p:spPr>
          <a:xfrm>
            <a:off x="4762567" y="4408963"/>
            <a:ext cx="268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3" name="Google Shape;313;p37"/>
          <p:cNvSpPr txBox="1">
            <a:spLocks noGrp="1"/>
          </p:cNvSpPr>
          <p:nvPr>
            <p:ph type="subTitle" idx="3"/>
          </p:nvPr>
        </p:nvSpPr>
        <p:spPr>
          <a:xfrm>
            <a:off x="1451200" y="3872595"/>
            <a:ext cx="2687200" cy="6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4" name="Google Shape;314;p37"/>
          <p:cNvSpPr txBox="1">
            <a:spLocks noGrp="1"/>
          </p:cNvSpPr>
          <p:nvPr>
            <p:ph type="subTitle" idx="4"/>
          </p:nvPr>
        </p:nvSpPr>
        <p:spPr>
          <a:xfrm>
            <a:off x="1451200" y="4408963"/>
            <a:ext cx="268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5" name="Google Shape;315;p37"/>
          <p:cNvSpPr txBox="1">
            <a:spLocks noGrp="1"/>
          </p:cNvSpPr>
          <p:nvPr>
            <p:ph type="subTitle" idx="5"/>
          </p:nvPr>
        </p:nvSpPr>
        <p:spPr>
          <a:xfrm>
            <a:off x="8073933" y="3872595"/>
            <a:ext cx="2687200" cy="6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6" name="Google Shape;316;p37"/>
          <p:cNvSpPr txBox="1">
            <a:spLocks noGrp="1"/>
          </p:cNvSpPr>
          <p:nvPr>
            <p:ph type="subTitle" idx="6"/>
          </p:nvPr>
        </p:nvSpPr>
        <p:spPr>
          <a:xfrm>
            <a:off x="8073933" y="4408963"/>
            <a:ext cx="2687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7" name="Google Shape;317;p37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735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318" name="Google Shape;318;p37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9" name="Google Shape;319;p37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0" name="Google Shape;320;p37"/>
          <p:cNvCxnSpPr/>
          <p:nvPr/>
        </p:nvCxnSpPr>
        <p:spPr>
          <a:xfrm>
            <a:off x="9912233" y="-167467"/>
            <a:ext cx="2657600" cy="17736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75500932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">
  <p:cSld name="Numbers and text 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2" name="Google Shape;322;p38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3" name="Google Shape;323;p38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4" name="Google Shape;324;p38"/>
          <p:cNvCxnSpPr/>
          <p:nvPr/>
        </p:nvCxnSpPr>
        <p:spPr>
          <a:xfrm>
            <a:off x="-333633" y="5435267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5" name="Google Shape;325;p38"/>
          <p:cNvCxnSpPr/>
          <p:nvPr/>
        </p:nvCxnSpPr>
        <p:spPr>
          <a:xfrm>
            <a:off x="9921533" y="-64500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6" name="Google Shape;326;p38"/>
          <p:cNvCxnSpPr/>
          <p:nvPr/>
        </p:nvCxnSpPr>
        <p:spPr>
          <a:xfrm flipH="1">
            <a:off x="9938984" y="5404884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7" name="Google Shape;327;p38"/>
          <p:cNvCxnSpPr/>
          <p:nvPr/>
        </p:nvCxnSpPr>
        <p:spPr>
          <a:xfrm flipH="1">
            <a:off x="-316183" y="-94883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8" name="Google Shape;328;p38"/>
          <p:cNvSpPr txBox="1">
            <a:spLocks noGrp="1"/>
          </p:cNvSpPr>
          <p:nvPr>
            <p:ph type="title"/>
          </p:nvPr>
        </p:nvSpPr>
        <p:spPr>
          <a:xfrm>
            <a:off x="3706800" y="593367"/>
            <a:ext cx="4778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9" name="Google Shape;329;p38"/>
          <p:cNvSpPr txBox="1">
            <a:spLocks noGrp="1"/>
          </p:cNvSpPr>
          <p:nvPr>
            <p:ph type="subTitle" idx="1"/>
          </p:nvPr>
        </p:nvSpPr>
        <p:spPr>
          <a:xfrm>
            <a:off x="7075533" y="2280253"/>
            <a:ext cx="3314800" cy="5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0" name="Google Shape;330;p38"/>
          <p:cNvSpPr txBox="1">
            <a:spLocks noGrp="1"/>
          </p:cNvSpPr>
          <p:nvPr>
            <p:ph type="subTitle" idx="2"/>
          </p:nvPr>
        </p:nvSpPr>
        <p:spPr>
          <a:xfrm>
            <a:off x="7075533" y="2814956"/>
            <a:ext cx="331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1" name="Google Shape;331;p38"/>
          <p:cNvSpPr txBox="1">
            <a:spLocks noGrp="1"/>
          </p:cNvSpPr>
          <p:nvPr>
            <p:ph type="subTitle" idx="3"/>
          </p:nvPr>
        </p:nvSpPr>
        <p:spPr>
          <a:xfrm>
            <a:off x="1801667" y="2280253"/>
            <a:ext cx="3314800" cy="5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2" name="Google Shape;332;p38"/>
          <p:cNvSpPr txBox="1">
            <a:spLocks noGrp="1"/>
          </p:cNvSpPr>
          <p:nvPr>
            <p:ph type="subTitle" idx="4"/>
          </p:nvPr>
        </p:nvSpPr>
        <p:spPr>
          <a:xfrm>
            <a:off x="1801667" y="2814956"/>
            <a:ext cx="331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3" name="Google Shape;333;p38"/>
          <p:cNvSpPr txBox="1">
            <a:spLocks noGrp="1"/>
          </p:cNvSpPr>
          <p:nvPr>
            <p:ph type="subTitle" idx="5"/>
          </p:nvPr>
        </p:nvSpPr>
        <p:spPr>
          <a:xfrm>
            <a:off x="7075533" y="4736157"/>
            <a:ext cx="3314800" cy="6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4" name="Google Shape;334;p38"/>
          <p:cNvSpPr txBox="1">
            <a:spLocks noGrp="1"/>
          </p:cNvSpPr>
          <p:nvPr>
            <p:ph type="subTitle" idx="6"/>
          </p:nvPr>
        </p:nvSpPr>
        <p:spPr>
          <a:xfrm>
            <a:off x="7075533" y="5261983"/>
            <a:ext cx="331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5" name="Google Shape;335;p38"/>
          <p:cNvSpPr txBox="1">
            <a:spLocks noGrp="1"/>
          </p:cNvSpPr>
          <p:nvPr>
            <p:ph type="subTitle" idx="7"/>
          </p:nvPr>
        </p:nvSpPr>
        <p:spPr>
          <a:xfrm>
            <a:off x="1801667" y="4736157"/>
            <a:ext cx="3314800" cy="6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32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800" b="1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6" name="Google Shape;336;p38"/>
          <p:cNvSpPr txBox="1">
            <a:spLocks noGrp="1"/>
          </p:cNvSpPr>
          <p:nvPr>
            <p:ph type="subTitle" idx="8"/>
          </p:nvPr>
        </p:nvSpPr>
        <p:spPr>
          <a:xfrm>
            <a:off x="1801733" y="5261983"/>
            <a:ext cx="3314800" cy="8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7" name="Google Shape;337;p38"/>
          <p:cNvSpPr txBox="1">
            <a:spLocks noGrp="1"/>
          </p:cNvSpPr>
          <p:nvPr>
            <p:ph type="title" idx="9" hasCustomPrompt="1"/>
          </p:nvPr>
        </p:nvSpPr>
        <p:spPr>
          <a:xfrm>
            <a:off x="1801667" y="1508567"/>
            <a:ext cx="3314800" cy="8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067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8" name="Google Shape;338;p38"/>
          <p:cNvSpPr txBox="1">
            <a:spLocks noGrp="1"/>
          </p:cNvSpPr>
          <p:nvPr>
            <p:ph type="title" idx="13" hasCustomPrompt="1"/>
          </p:nvPr>
        </p:nvSpPr>
        <p:spPr>
          <a:xfrm>
            <a:off x="7075533" y="1508567"/>
            <a:ext cx="3314800" cy="8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067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9" name="Google Shape;339;p38"/>
          <p:cNvSpPr txBox="1">
            <a:spLocks noGrp="1"/>
          </p:cNvSpPr>
          <p:nvPr>
            <p:ph type="title" idx="14" hasCustomPrompt="1"/>
          </p:nvPr>
        </p:nvSpPr>
        <p:spPr>
          <a:xfrm>
            <a:off x="1801733" y="3952751"/>
            <a:ext cx="3314800" cy="8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067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0" name="Google Shape;340;p38"/>
          <p:cNvSpPr txBox="1">
            <a:spLocks noGrp="1"/>
          </p:cNvSpPr>
          <p:nvPr>
            <p:ph type="title" idx="15" hasCustomPrompt="1"/>
          </p:nvPr>
        </p:nvSpPr>
        <p:spPr>
          <a:xfrm>
            <a:off x="7075533" y="3952751"/>
            <a:ext cx="3314800" cy="8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067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5333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13706778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Title and three columns 2"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9"/>
          <p:cNvSpPr txBox="1">
            <a:spLocks noGrp="1"/>
          </p:cNvSpPr>
          <p:nvPr>
            <p:ph type="subTitle" idx="1"/>
          </p:nvPr>
        </p:nvSpPr>
        <p:spPr>
          <a:xfrm>
            <a:off x="4957767" y="4392265"/>
            <a:ext cx="2190400" cy="5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3" name="Google Shape;343;p39"/>
          <p:cNvSpPr txBox="1">
            <a:spLocks noGrp="1"/>
          </p:cNvSpPr>
          <p:nvPr>
            <p:ph type="subTitle" idx="2"/>
          </p:nvPr>
        </p:nvSpPr>
        <p:spPr>
          <a:xfrm>
            <a:off x="4823567" y="4938529"/>
            <a:ext cx="2458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4" name="Google Shape;344;p39"/>
          <p:cNvSpPr txBox="1">
            <a:spLocks noGrp="1"/>
          </p:cNvSpPr>
          <p:nvPr>
            <p:ph type="subTitle" idx="3"/>
          </p:nvPr>
        </p:nvSpPr>
        <p:spPr>
          <a:xfrm>
            <a:off x="1770700" y="4392265"/>
            <a:ext cx="2190400" cy="5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5" name="Google Shape;345;p39"/>
          <p:cNvSpPr txBox="1">
            <a:spLocks noGrp="1"/>
          </p:cNvSpPr>
          <p:nvPr>
            <p:ph type="subTitle" idx="4"/>
          </p:nvPr>
        </p:nvSpPr>
        <p:spPr>
          <a:xfrm>
            <a:off x="1636568" y="4938529"/>
            <a:ext cx="2458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6" name="Google Shape;346;p39"/>
          <p:cNvSpPr txBox="1">
            <a:spLocks noGrp="1"/>
          </p:cNvSpPr>
          <p:nvPr>
            <p:ph type="subTitle" idx="5"/>
          </p:nvPr>
        </p:nvSpPr>
        <p:spPr>
          <a:xfrm>
            <a:off x="8144733" y="4392265"/>
            <a:ext cx="2190800" cy="5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7" name="Google Shape;347;p39"/>
          <p:cNvSpPr txBox="1">
            <a:spLocks noGrp="1"/>
          </p:cNvSpPr>
          <p:nvPr>
            <p:ph type="subTitle" idx="6"/>
          </p:nvPr>
        </p:nvSpPr>
        <p:spPr>
          <a:xfrm>
            <a:off x="8010733" y="4938529"/>
            <a:ext cx="2458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8" name="Google Shape;348;p39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4251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349" name="Google Shape;349;p39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0" name="Google Shape;350;p39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50270402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3">
  <p:cSld name="Title and four columns 3"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0"/>
          <p:cNvSpPr txBox="1">
            <a:spLocks noGrp="1"/>
          </p:cNvSpPr>
          <p:nvPr>
            <p:ph type="subTitle" idx="1"/>
          </p:nvPr>
        </p:nvSpPr>
        <p:spPr>
          <a:xfrm>
            <a:off x="6333567" y="2176995"/>
            <a:ext cx="2686400" cy="6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3" name="Google Shape;353;p40"/>
          <p:cNvSpPr txBox="1">
            <a:spLocks noGrp="1"/>
          </p:cNvSpPr>
          <p:nvPr>
            <p:ph type="subTitle" idx="2"/>
          </p:nvPr>
        </p:nvSpPr>
        <p:spPr>
          <a:xfrm>
            <a:off x="6333579" y="2713363"/>
            <a:ext cx="2686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4" name="Google Shape;354;p40"/>
          <p:cNvSpPr txBox="1">
            <a:spLocks noGrp="1"/>
          </p:cNvSpPr>
          <p:nvPr>
            <p:ph type="subTitle" idx="3"/>
          </p:nvPr>
        </p:nvSpPr>
        <p:spPr>
          <a:xfrm>
            <a:off x="3075267" y="2176995"/>
            <a:ext cx="2686400" cy="6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5" name="Google Shape;355;p40"/>
          <p:cNvSpPr txBox="1">
            <a:spLocks noGrp="1"/>
          </p:cNvSpPr>
          <p:nvPr>
            <p:ph type="subTitle" idx="4"/>
          </p:nvPr>
        </p:nvSpPr>
        <p:spPr>
          <a:xfrm>
            <a:off x="3075283" y="2713363"/>
            <a:ext cx="2686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6" name="Google Shape;356;p40"/>
          <p:cNvSpPr txBox="1">
            <a:spLocks noGrp="1"/>
          </p:cNvSpPr>
          <p:nvPr>
            <p:ph type="subTitle" idx="5"/>
          </p:nvPr>
        </p:nvSpPr>
        <p:spPr>
          <a:xfrm>
            <a:off x="6333567" y="4083031"/>
            <a:ext cx="2686400" cy="6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7" name="Google Shape;357;p40"/>
          <p:cNvSpPr txBox="1">
            <a:spLocks noGrp="1"/>
          </p:cNvSpPr>
          <p:nvPr>
            <p:ph type="subTitle" idx="6"/>
          </p:nvPr>
        </p:nvSpPr>
        <p:spPr>
          <a:xfrm>
            <a:off x="6333579" y="4628063"/>
            <a:ext cx="2686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8" name="Google Shape;358;p40"/>
          <p:cNvSpPr txBox="1">
            <a:spLocks noGrp="1"/>
          </p:cNvSpPr>
          <p:nvPr>
            <p:ph type="subTitle" idx="7"/>
          </p:nvPr>
        </p:nvSpPr>
        <p:spPr>
          <a:xfrm>
            <a:off x="3075267" y="4083031"/>
            <a:ext cx="2686400" cy="6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9" name="Google Shape;359;p40"/>
          <p:cNvSpPr txBox="1">
            <a:spLocks noGrp="1"/>
          </p:cNvSpPr>
          <p:nvPr>
            <p:ph type="subTitle" idx="8"/>
          </p:nvPr>
        </p:nvSpPr>
        <p:spPr>
          <a:xfrm>
            <a:off x="3075283" y="4628063"/>
            <a:ext cx="2686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0" name="Google Shape;360;p40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3714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361" name="Google Shape;361;p40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2" name="Google Shape;362;p40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3453541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3">
  <p:cSld name="Title and three columns 3"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4" name="Google Shape;364;p41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5" name="Google Shape;365;p41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6" name="Google Shape;366;p41"/>
          <p:cNvCxnSpPr/>
          <p:nvPr/>
        </p:nvCxnSpPr>
        <p:spPr>
          <a:xfrm>
            <a:off x="-333633" y="5435267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7" name="Google Shape;367;p41"/>
          <p:cNvCxnSpPr/>
          <p:nvPr/>
        </p:nvCxnSpPr>
        <p:spPr>
          <a:xfrm>
            <a:off x="9921533" y="-64500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8" name="Google Shape;368;p41"/>
          <p:cNvCxnSpPr/>
          <p:nvPr/>
        </p:nvCxnSpPr>
        <p:spPr>
          <a:xfrm flipH="1">
            <a:off x="9938984" y="5404884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9" name="Google Shape;369;p41"/>
          <p:cNvCxnSpPr/>
          <p:nvPr/>
        </p:nvCxnSpPr>
        <p:spPr>
          <a:xfrm flipH="1">
            <a:off x="-316183" y="-94883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0" name="Google Shape;370;p41"/>
          <p:cNvSpPr txBox="1">
            <a:spLocks noGrp="1"/>
          </p:cNvSpPr>
          <p:nvPr>
            <p:ph type="subTitle" idx="1"/>
          </p:nvPr>
        </p:nvSpPr>
        <p:spPr>
          <a:xfrm>
            <a:off x="971667" y="1483829"/>
            <a:ext cx="2686400" cy="6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1" name="Google Shape;371;p41"/>
          <p:cNvSpPr txBox="1">
            <a:spLocks noGrp="1"/>
          </p:cNvSpPr>
          <p:nvPr>
            <p:ph type="subTitle" idx="2"/>
          </p:nvPr>
        </p:nvSpPr>
        <p:spPr>
          <a:xfrm>
            <a:off x="971683" y="2020199"/>
            <a:ext cx="2686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2" name="Google Shape;372;p41"/>
          <p:cNvSpPr txBox="1">
            <a:spLocks noGrp="1"/>
          </p:cNvSpPr>
          <p:nvPr>
            <p:ph type="subTitle" idx="3"/>
          </p:nvPr>
        </p:nvSpPr>
        <p:spPr>
          <a:xfrm>
            <a:off x="971667" y="2715181"/>
            <a:ext cx="2686400" cy="6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3" name="Google Shape;373;p41"/>
          <p:cNvSpPr txBox="1">
            <a:spLocks noGrp="1"/>
          </p:cNvSpPr>
          <p:nvPr>
            <p:ph type="subTitle" idx="4"/>
          </p:nvPr>
        </p:nvSpPr>
        <p:spPr>
          <a:xfrm>
            <a:off x="971683" y="3260213"/>
            <a:ext cx="2686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4" name="Google Shape;374;p41"/>
          <p:cNvSpPr txBox="1">
            <a:spLocks noGrp="1"/>
          </p:cNvSpPr>
          <p:nvPr>
            <p:ph type="title"/>
          </p:nvPr>
        </p:nvSpPr>
        <p:spPr>
          <a:xfrm>
            <a:off x="2042200" y="593367"/>
            <a:ext cx="810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5" name="Google Shape;375;p41"/>
          <p:cNvSpPr txBox="1">
            <a:spLocks noGrp="1"/>
          </p:cNvSpPr>
          <p:nvPr>
            <p:ph type="subTitle" idx="5"/>
          </p:nvPr>
        </p:nvSpPr>
        <p:spPr>
          <a:xfrm>
            <a:off x="971667" y="3996300"/>
            <a:ext cx="2686400" cy="6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6" name="Google Shape;376;p41"/>
          <p:cNvSpPr txBox="1">
            <a:spLocks noGrp="1"/>
          </p:cNvSpPr>
          <p:nvPr>
            <p:ph type="subTitle" idx="6"/>
          </p:nvPr>
        </p:nvSpPr>
        <p:spPr>
          <a:xfrm>
            <a:off x="971683" y="4541332"/>
            <a:ext cx="26864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2081479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2"/>
          <p:cNvSpPr txBox="1">
            <a:spLocks noGrp="1"/>
          </p:cNvSpPr>
          <p:nvPr>
            <p:ph type="title" hasCustomPrompt="1"/>
          </p:nvPr>
        </p:nvSpPr>
        <p:spPr>
          <a:xfrm>
            <a:off x="3457233" y="952800"/>
            <a:ext cx="5277600" cy="8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79" name="Google Shape;379;p42"/>
          <p:cNvSpPr txBox="1">
            <a:spLocks noGrp="1"/>
          </p:cNvSpPr>
          <p:nvPr>
            <p:ph type="subTitle" idx="1"/>
          </p:nvPr>
        </p:nvSpPr>
        <p:spPr>
          <a:xfrm>
            <a:off x="3153312" y="1795200"/>
            <a:ext cx="5885600" cy="5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0" name="Google Shape;380;p42"/>
          <p:cNvSpPr txBox="1">
            <a:spLocks noGrp="1"/>
          </p:cNvSpPr>
          <p:nvPr>
            <p:ph type="title" idx="2" hasCustomPrompt="1"/>
          </p:nvPr>
        </p:nvSpPr>
        <p:spPr>
          <a:xfrm>
            <a:off x="3457233" y="2750700"/>
            <a:ext cx="5277600" cy="8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5733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81" name="Google Shape;381;p42"/>
          <p:cNvSpPr txBox="1">
            <a:spLocks noGrp="1"/>
          </p:cNvSpPr>
          <p:nvPr>
            <p:ph type="subTitle" idx="3"/>
          </p:nvPr>
        </p:nvSpPr>
        <p:spPr>
          <a:xfrm>
            <a:off x="3153312" y="3593100"/>
            <a:ext cx="5885600" cy="5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2" name="Google Shape;382;p42"/>
          <p:cNvSpPr txBox="1">
            <a:spLocks noGrp="1"/>
          </p:cNvSpPr>
          <p:nvPr>
            <p:ph type="title" idx="4" hasCustomPrompt="1"/>
          </p:nvPr>
        </p:nvSpPr>
        <p:spPr>
          <a:xfrm>
            <a:off x="3457233" y="4548600"/>
            <a:ext cx="5277600" cy="8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5733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83" name="Google Shape;383;p42"/>
          <p:cNvSpPr txBox="1">
            <a:spLocks noGrp="1"/>
          </p:cNvSpPr>
          <p:nvPr>
            <p:ph type="subTitle" idx="5"/>
          </p:nvPr>
        </p:nvSpPr>
        <p:spPr>
          <a:xfrm>
            <a:off x="3153267" y="5391000"/>
            <a:ext cx="5885600" cy="5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384" name="Google Shape;384;p42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5" name="Google Shape;385;p42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7198541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2">
  <p:cSld name="Numbers and text 2"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3"/>
          <p:cNvSpPr txBox="1">
            <a:spLocks noGrp="1"/>
          </p:cNvSpPr>
          <p:nvPr>
            <p:ph type="subTitle" idx="1"/>
          </p:nvPr>
        </p:nvSpPr>
        <p:spPr>
          <a:xfrm>
            <a:off x="7600812" y="2779025"/>
            <a:ext cx="3686000" cy="6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8" name="Google Shape;388;p43"/>
          <p:cNvSpPr txBox="1">
            <a:spLocks noGrp="1"/>
          </p:cNvSpPr>
          <p:nvPr>
            <p:ph type="subTitle" idx="2"/>
          </p:nvPr>
        </p:nvSpPr>
        <p:spPr>
          <a:xfrm>
            <a:off x="7600828" y="3315392"/>
            <a:ext cx="3686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  <a:latin typeface="Mako"/>
                <a:ea typeface="Mako"/>
                <a:cs typeface="Mako"/>
                <a:sym typeface="Mak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9" name="Google Shape;389;p43"/>
          <p:cNvSpPr txBox="1">
            <a:spLocks noGrp="1"/>
          </p:cNvSpPr>
          <p:nvPr>
            <p:ph type="subTitle" idx="3"/>
          </p:nvPr>
        </p:nvSpPr>
        <p:spPr>
          <a:xfrm>
            <a:off x="2631984" y="1202845"/>
            <a:ext cx="3686000" cy="6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90" name="Google Shape;390;p43"/>
          <p:cNvSpPr txBox="1">
            <a:spLocks noGrp="1"/>
          </p:cNvSpPr>
          <p:nvPr>
            <p:ph type="subTitle" idx="4"/>
          </p:nvPr>
        </p:nvSpPr>
        <p:spPr>
          <a:xfrm>
            <a:off x="2631984" y="1739213"/>
            <a:ext cx="3686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  <a:latin typeface="Mako"/>
                <a:ea typeface="Mako"/>
                <a:cs typeface="Mako"/>
                <a:sym typeface="Mak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91" name="Google Shape;391;p43"/>
          <p:cNvSpPr txBox="1">
            <a:spLocks noGrp="1"/>
          </p:cNvSpPr>
          <p:nvPr>
            <p:ph type="subTitle" idx="5"/>
          </p:nvPr>
        </p:nvSpPr>
        <p:spPr>
          <a:xfrm>
            <a:off x="2631984" y="4387833"/>
            <a:ext cx="3686000" cy="6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92" name="Google Shape;392;p43"/>
          <p:cNvSpPr txBox="1">
            <a:spLocks noGrp="1"/>
          </p:cNvSpPr>
          <p:nvPr>
            <p:ph type="subTitle" idx="6"/>
          </p:nvPr>
        </p:nvSpPr>
        <p:spPr>
          <a:xfrm>
            <a:off x="2631984" y="4932865"/>
            <a:ext cx="3686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393" name="Google Shape;393;p43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4" name="Google Shape;394;p43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5" name="Google Shape;395;p43"/>
          <p:cNvCxnSpPr/>
          <p:nvPr/>
        </p:nvCxnSpPr>
        <p:spPr>
          <a:xfrm>
            <a:off x="-333633" y="5435267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6" name="Google Shape;396;p43"/>
          <p:cNvCxnSpPr/>
          <p:nvPr/>
        </p:nvCxnSpPr>
        <p:spPr>
          <a:xfrm>
            <a:off x="9921533" y="-64500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7" name="Google Shape;397;p43"/>
          <p:cNvCxnSpPr/>
          <p:nvPr/>
        </p:nvCxnSpPr>
        <p:spPr>
          <a:xfrm flipH="1">
            <a:off x="9938984" y="5404884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8" name="Google Shape;398;p43"/>
          <p:cNvSpPr txBox="1">
            <a:spLocks noGrp="1"/>
          </p:cNvSpPr>
          <p:nvPr>
            <p:ph type="title" hasCustomPrompt="1"/>
          </p:nvPr>
        </p:nvSpPr>
        <p:spPr>
          <a:xfrm>
            <a:off x="977333" y="1485933"/>
            <a:ext cx="1490800" cy="8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99" name="Google Shape;399;p43"/>
          <p:cNvSpPr txBox="1">
            <a:spLocks noGrp="1"/>
          </p:cNvSpPr>
          <p:nvPr>
            <p:ph type="title" idx="7" hasCustomPrompt="1"/>
          </p:nvPr>
        </p:nvSpPr>
        <p:spPr>
          <a:xfrm>
            <a:off x="977333" y="4670900"/>
            <a:ext cx="1490800" cy="8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400" name="Google Shape;400;p43"/>
          <p:cNvSpPr txBox="1">
            <a:spLocks noGrp="1"/>
          </p:cNvSpPr>
          <p:nvPr>
            <p:ph type="title" idx="8" hasCustomPrompt="1"/>
          </p:nvPr>
        </p:nvSpPr>
        <p:spPr>
          <a:xfrm>
            <a:off x="5921336" y="3035317"/>
            <a:ext cx="1490800" cy="8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6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64244768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Title and text 5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4"/>
          <p:cNvSpPr txBox="1">
            <a:spLocks noGrp="1"/>
          </p:cNvSpPr>
          <p:nvPr>
            <p:ph type="title"/>
          </p:nvPr>
        </p:nvSpPr>
        <p:spPr>
          <a:xfrm>
            <a:off x="1071667" y="2720661"/>
            <a:ext cx="5450000" cy="8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3" name="Google Shape;403;p44"/>
          <p:cNvSpPr txBox="1">
            <a:spLocks noGrp="1"/>
          </p:cNvSpPr>
          <p:nvPr>
            <p:ph type="subTitle" idx="1"/>
          </p:nvPr>
        </p:nvSpPr>
        <p:spPr>
          <a:xfrm>
            <a:off x="1071667" y="3591367"/>
            <a:ext cx="4212400" cy="7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404" name="Google Shape;404;p44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5" name="Google Shape;405;p44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21290401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Title and text 6"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5"/>
          <p:cNvSpPr txBox="1">
            <a:spLocks noGrp="1"/>
          </p:cNvSpPr>
          <p:nvPr>
            <p:ph type="title"/>
          </p:nvPr>
        </p:nvSpPr>
        <p:spPr>
          <a:xfrm>
            <a:off x="5986867" y="2730300"/>
            <a:ext cx="4485600" cy="83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8" name="Google Shape;408;p45"/>
          <p:cNvSpPr txBox="1">
            <a:spLocks noGrp="1"/>
          </p:cNvSpPr>
          <p:nvPr>
            <p:ph type="subTitle" idx="1"/>
          </p:nvPr>
        </p:nvSpPr>
        <p:spPr>
          <a:xfrm>
            <a:off x="6474067" y="3593100"/>
            <a:ext cx="3998400" cy="7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Josefin Sans"/>
              <a:buNone/>
              <a:defRPr sz="1867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409" name="Google Shape;409;p45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0" name="Google Shape;410;p45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54141006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Title and text 7"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6"/>
          <p:cNvSpPr txBox="1">
            <a:spLocks noGrp="1"/>
          </p:cNvSpPr>
          <p:nvPr>
            <p:ph type="subTitle" idx="1"/>
          </p:nvPr>
        </p:nvSpPr>
        <p:spPr>
          <a:xfrm>
            <a:off x="950967" y="1938033"/>
            <a:ext cx="9881600" cy="385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R="50799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3" name="Google Shape;413;p46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6003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414" name="Google Shape;414;p46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5" name="Google Shape;415;p46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6" name="Google Shape;416;p46"/>
          <p:cNvCxnSpPr/>
          <p:nvPr/>
        </p:nvCxnSpPr>
        <p:spPr>
          <a:xfrm flipH="1">
            <a:off x="9029533" y="4884600"/>
            <a:ext cx="3764400" cy="21776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88432597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8" name="Google Shape;418;p47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9" name="Google Shape;419;p47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0" name="Google Shape;420;p47"/>
          <p:cNvCxnSpPr/>
          <p:nvPr/>
        </p:nvCxnSpPr>
        <p:spPr>
          <a:xfrm>
            <a:off x="-333633" y="5435267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1" name="Google Shape;421;p47"/>
          <p:cNvCxnSpPr/>
          <p:nvPr/>
        </p:nvCxnSpPr>
        <p:spPr>
          <a:xfrm>
            <a:off x="9921533" y="-64500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2" name="Google Shape;422;p47"/>
          <p:cNvCxnSpPr/>
          <p:nvPr/>
        </p:nvCxnSpPr>
        <p:spPr>
          <a:xfrm flipH="1">
            <a:off x="9938984" y="5404884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3" name="Google Shape;423;p47"/>
          <p:cNvCxnSpPr/>
          <p:nvPr/>
        </p:nvCxnSpPr>
        <p:spPr>
          <a:xfrm flipH="1">
            <a:off x="-316183" y="-94883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4" name="Google Shape;424;p47"/>
          <p:cNvSpPr txBox="1">
            <a:spLocks noGrp="1"/>
          </p:cNvSpPr>
          <p:nvPr>
            <p:ph type="title"/>
          </p:nvPr>
        </p:nvSpPr>
        <p:spPr>
          <a:xfrm>
            <a:off x="2042200" y="593367"/>
            <a:ext cx="810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25" name="Google Shape;425;p47"/>
          <p:cNvSpPr txBox="1">
            <a:spLocks noGrp="1"/>
          </p:cNvSpPr>
          <p:nvPr>
            <p:ph type="subTitle" idx="1"/>
          </p:nvPr>
        </p:nvSpPr>
        <p:spPr>
          <a:xfrm>
            <a:off x="6033584" y="2050217"/>
            <a:ext cx="5276800" cy="385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R="50799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26" name="Google Shape;426;p47"/>
          <p:cNvSpPr txBox="1">
            <a:spLocks noGrp="1"/>
          </p:cNvSpPr>
          <p:nvPr>
            <p:ph type="subTitle" idx="2"/>
          </p:nvPr>
        </p:nvSpPr>
        <p:spPr>
          <a:xfrm>
            <a:off x="881617" y="2050217"/>
            <a:ext cx="5276800" cy="385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R="50799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8113682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8"/>
          <p:cNvSpPr txBox="1">
            <a:spLocks noGrp="1"/>
          </p:cNvSpPr>
          <p:nvPr>
            <p:ph type="subTitle" idx="1"/>
          </p:nvPr>
        </p:nvSpPr>
        <p:spPr>
          <a:xfrm>
            <a:off x="6421433" y="4821833"/>
            <a:ext cx="3922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29" name="Google Shape;429;p48"/>
          <p:cNvSpPr txBox="1">
            <a:spLocks noGrp="1"/>
          </p:cNvSpPr>
          <p:nvPr>
            <p:ph type="subTitle" idx="2"/>
          </p:nvPr>
        </p:nvSpPr>
        <p:spPr>
          <a:xfrm>
            <a:off x="6421600" y="5275167"/>
            <a:ext cx="3922400" cy="8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30" name="Google Shape;430;p48"/>
          <p:cNvSpPr txBox="1">
            <a:spLocks noGrp="1"/>
          </p:cNvSpPr>
          <p:nvPr>
            <p:ph type="subTitle" idx="3"/>
          </p:nvPr>
        </p:nvSpPr>
        <p:spPr>
          <a:xfrm>
            <a:off x="1847772" y="4821833"/>
            <a:ext cx="3922800" cy="4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31" name="Google Shape;431;p48"/>
          <p:cNvSpPr txBox="1">
            <a:spLocks noGrp="1"/>
          </p:cNvSpPr>
          <p:nvPr>
            <p:ph type="subTitle" idx="4"/>
          </p:nvPr>
        </p:nvSpPr>
        <p:spPr>
          <a:xfrm>
            <a:off x="1848033" y="5275167"/>
            <a:ext cx="3922400" cy="8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32" name="Google Shape;432;p48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3638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cxnSp>
        <p:nvCxnSpPr>
          <p:cNvPr id="433" name="Google Shape;433;p48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4" name="Google Shape;434;p48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41147071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4">
  <p:cSld name="Title and three columns 4"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9"/>
          <p:cNvSpPr txBox="1">
            <a:spLocks noGrp="1"/>
          </p:cNvSpPr>
          <p:nvPr>
            <p:ph type="title"/>
          </p:nvPr>
        </p:nvSpPr>
        <p:spPr>
          <a:xfrm>
            <a:off x="1659000" y="593367"/>
            <a:ext cx="88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37" name="Google Shape;437;p49"/>
          <p:cNvSpPr txBox="1">
            <a:spLocks noGrp="1"/>
          </p:cNvSpPr>
          <p:nvPr>
            <p:ph type="subTitle" idx="1"/>
          </p:nvPr>
        </p:nvSpPr>
        <p:spPr>
          <a:xfrm>
            <a:off x="4678667" y="4531668"/>
            <a:ext cx="2834800" cy="5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38" name="Google Shape;438;p49"/>
          <p:cNvSpPr txBox="1">
            <a:spLocks noGrp="1"/>
          </p:cNvSpPr>
          <p:nvPr>
            <p:ph type="subTitle" idx="2"/>
          </p:nvPr>
        </p:nvSpPr>
        <p:spPr>
          <a:xfrm>
            <a:off x="4678700" y="5086600"/>
            <a:ext cx="2834800" cy="11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39" name="Google Shape;439;p49"/>
          <p:cNvSpPr txBox="1">
            <a:spLocks noGrp="1"/>
          </p:cNvSpPr>
          <p:nvPr>
            <p:ph type="subTitle" idx="3"/>
          </p:nvPr>
        </p:nvSpPr>
        <p:spPr>
          <a:xfrm>
            <a:off x="1270700" y="4531668"/>
            <a:ext cx="2834800" cy="5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0" name="Google Shape;440;p49"/>
          <p:cNvSpPr txBox="1">
            <a:spLocks noGrp="1"/>
          </p:cNvSpPr>
          <p:nvPr>
            <p:ph type="subTitle" idx="4"/>
          </p:nvPr>
        </p:nvSpPr>
        <p:spPr>
          <a:xfrm>
            <a:off x="1270833" y="5086601"/>
            <a:ext cx="2834800" cy="11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1" name="Google Shape;441;p49"/>
          <p:cNvSpPr txBox="1">
            <a:spLocks noGrp="1"/>
          </p:cNvSpPr>
          <p:nvPr>
            <p:ph type="subTitle" idx="5"/>
          </p:nvPr>
        </p:nvSpPr>
        <p:spPr>
          <a:xfrm>
            <a:off x="8086500" y="4531668"/>
            <a:ext cx="2834800" cy="5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32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2" name="Google Shape;442;p49"/>
          <p:cNvSpPr txBox="1">
            <a:spLocks noGrp="1"/>
          </p:cNvSpPr>
          <p:nvPr>
            <p:ph type="subTitle" idx="6"/>
          </p:nvPr>
        </p:nvSpPr>
        <p:spPr>
          <a:xfrm>
            <a:off x="8086500" y="5086600"/>
            <a:ext cx="2834800" cy="11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cxnSp>
        <p:nvCxnSpPr>
          <p:cNvPr id="443" name="Google Shape;443;p49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4" name="Google Shape;444;p49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5" name="Google Shape;445;p49"/>
          <p:cNvCxnSpPr/>
          <p:nvPr/>
        </p:nvCxnSpPr>
        <p:spPr>
          <a:xfrm>
            <a:off x="-333633" y="5435267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6" name="Google Shape;446;p49"/>
          <p:cNvCxnSpPr/>
          <p:nvPr/>
        </p:nvCxnSpPr>
        <p:spPr>
          <a:xfrm>
            <a:off x="9921533" y="-64500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61437782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0"/>
          <p:cNvSpPr txBox="1">
            <a:spLocks noGrp="1"/>
          </p:cNvSpPr>
          <p:nvPr>
            <p:ph type="title"/>
          </p:nvPr>
        </p:nvSpPr>
        <p:spPr>
          <a:xfrm>
            <a:off x="3777200" y="1054933"/>
            <a:ext cx="4637600" cy="123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9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49" name="Google Shape;449;p50"/>
          <p:cNvSpPr txBox="1">
            <a:spLocks noGrp="1"/>
          </p:cNvSpPr>
          <p:nvPr>
            <p:ph type="subTitle" idx="1"/>
          </p:nvPr>
        </p:nvSpPr>
        <p:spPr>
          <a:xfrm>
            <a:off x="3977800" y="2332567"/>
            <a:ext cx="4236400" cy="12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50" name="Google Shape;450;p50"/>
          <p:cNvSpPr txBox="1"/>
          <p:nvPr/>
        </p:nvSpPr>
        <p:spPr>
          <a:xfrm>
            <a:off x="3867267" y="4584367"/>
            <a:ext cx="4457600" cy="9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67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CREDITS</a:t>
            </a:r>
            <a:r>
              <a:rPr lang="en" sz="1467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: This presentation template was created by </a:t>
            </a:r>
            <a:r>
              <a:rPr lang="en" sz="1467" b="1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467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 by </a:t>
            </a:r>
            <a:r>
              <a:rPr lang="en" sz="1467" b="1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467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infographics &amp; images by </a:t>
            </a:r>
            <a:r>
              <a:rPr lang="en" sz="1467" b="1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467"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51" name="Google Shape;451;p50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2" name="Google Shape;452;p50"/>
          <p:cNvCxnSpPr/>
          <p:nvPr/>
        </p:nvCxnSpPr>
        <p:spPr>
          <a:xfrm>
            <a:off x="-343967" y="5247167"/>
            <a:ext cx="4063200" cy="1795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3" name="Google Shape;453;p50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4" name="Google Shape;454;p50"/>
          <p:cNvCxnSpPr/>
          <p:nvPr/>
        </p:nvCxnSpPr>
        <p:spPr>
          <a:xfrm>
            <a:off x="8623267" y="-96733"/>
            <a:ext cx="4063200" cy="1795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99105255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6" name="Google Shape;456;p51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7" name="Google Shape;457;p51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50890882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9" name="Google Shape;459;p52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52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1" name="Google Shape;461;p52"/>
          <p:cNvCxnSpPr/>
          <p:nvPr/>
        </p:nvCxnSpPr>
        <p:spPr>
          <a:xfrm>
            <a:off x="9912233" y="-167467"/>
            <a:ext cx="2657600" cy="17736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2" name="Google Shape;462;p52"/>
          <p:cNvCxnSpPr/>
          <p:nvPr/>
        </p:nvCxnSpPr>
        <p:spPr>
          <a:xfrm>
            <a:off x="-196367" y="5257967"/>
            <a:ext cx="2657600" cy="17736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64373386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ackground 2"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4" name="Google Shape;464;p53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9029533" y="4884600"/>
            <a:ext cx="3764400" cy="21776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08553184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ackground 3"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8" name="Google Shape;468;p54"/>
          <p:cNvCxnSpPr/>
          <p:nvPr/>
        </p:nvCxnSpPr>
        <p:spPr>
          <a:xfrm>
            <a:off x="-96733" y="3654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9" name="Google Shape;469;p54"/>
          <p:cNvCxnSpPr/>
          <p:nvPr/>
        </p:nvCxnSpPr>
        <p:spPr>
          <a:xfrm>
            <a:off x="-96733" y="6503267"/>
            <a:ext cx="123832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0" name="Google Shape;470;p54"/>
          <p:cNvCxnSpPr/>
          <p:nvPr/>
        </p:nvCxnSpPr>
        <p:spPr>
          <a:xfrm>
            <a:off x="-333633" y="5435267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1" name="Google Shape;471;p54"/>
          <p:cNvCxnSpPr/>
          <p:nvPr/>
        </p:nvCxnSpPr>
        <p:spPr>
          <a:xfrm>
            <a:off x="9921533" y="-64500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2" name="Google Shape;472;p54"/>
          <p:cNvCxnSpPr/>
          <p:nvPr/>
        </p:nvCxnSpPr>
        <p:spPr>
          <a:xfrm flipH="1">
            <a:off x="9938984" y="5404884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3" name="Google Shape;473;p54"/>
          <p:cNvCxnSpPr/>
          <p:nvPr/>
        </p:nvCxnSpPr>
        <p:spPr>
          <a:xfrm flipH="1">
            <a:off x="-316183" y="-94883"/>
            <a:ext cx="2569200" cy="1548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17598394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618504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7"/>
          <p:cNvSpPr txBox="1">
            <a:spLocks noGrp="1"/>
          </p:cNvSpPr>
          <p:nvPr>
            <p:ph type="title"/>
          </p:nvPr>
        </p:nvSpPr>
        <p:spPr>
          <a:xfrm>
            <a:off x="1397800" y="431800"/>
            <a:ext cx="93964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Montserrat" panose="00000500000000000000" pitchFamily="2" charset="0"/>
                <a:ea typeface="Montserrat" panose="00000500000000000000" pitchFamily="2" charset="0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1423551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267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5.xml"/><Relationship Id="rId1" Type="http://schemas.openxmlformats.org/officeDocument/2006/relationships/slideLayout" Target="../slideLayouts/slideLayout54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1000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2707764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  <p:sldLayoutId id="2147483760" r:id="rId14"/>
    <p:sldLayoutId id="2147483761" r:id="rId15"/>
    <p:sldLayoutId id="2147483762" r:id="rId16"/>
    <p:sldLayoutId id="2147483763" r:id="rId17"/>
    <p:sldLayoutId id="2147483764" r:id="rId18"/>
    <p:sldLayoutId id="2147483765" r:id="rId19"/>
    <p:sldLayoutId id="2147483766" r:id="rId20"/>
    <p:sldLayoutId id="2147483767" r:id="rId21"/>
    <p:sldLayoutId id="2147483768" r:id="rId22"/>
    <p:sldLayoutId id="2147483769" r:id="rId23"/>
    <p:sldLayoutId id="2147483770" r:id="rId24"/>
    <p:sldLayoutId id="2147483771" r:id="rId25"/>
    <p:sldLayoutId id="2147483772" r:id="rId26"/>
    <p:sldLayoutId id="2147483773" r:id="rId27"/>
    <p:sldLayoutId id="2147483774" r:id="rId28"/>
    <p:sldLayoutId id="2147483775" r:id="rId29"/>
    <p:sldLayoutId id="2147483776" r:id="rId30"/>
    <p:sldLayoutId id="2147483777" r:id="rId31"/>
    <p:sldLayoutId id="2147483778" r:id="rId32"/>
    <p:sldLayoutId id="2147483779" r:id="rId33"/>
    <p:sldLayoutId id="2147483780" r:id="rId34"/>
    <p:sldLayoutId id="2147483781" r:id="rId35"/>
    <p:sldLayoutId id="2147483782" r:id="rId36"/>
    <p:sldLayoutId id="2147483783" r:id="rId37"/>
    <p:sldLayoutId id="2147483784" r:id="rId38"/>
    <p:sldLayoutId id="2147483785" r:id="rId39"/>
    <p:sldLayoutId id="2147483786" r:id="rId40"/>
    <p:sldLayoutId id="2147483787" r:id="rId41"/>
    <p:sldLayoutId id="2147483788" r:id="rId42"/>
    <p:sldLayoutId id="2147483789" r:id="rId43"/>
    <p:sldLayoutId id="2147483790" r:id="rId44"/>
    <p:sldLayoutId id="2147483791" r:id="rId45"/>
    <p:sldLayoutId id="2147483792" r:id="rId46"/>
    <p:sldLayoutId id="2147483793" r:id="rId47"/>
    <p:sldLayoutId id="2147483794" r:id="rId48"/>
    <p:sldLayoutId id="2147483795" r:id="rId49"/>
    <p:sldLayoutId id="2147483796" r:id="rId50"/>
    <p:sldLayoutId id="2147483797" r:id="rId51"/>
    <p:sldLayoutId id="2147483798" r:id="rId52"/>
    <p:sldLayoutId id="2147483799" r:id="rId53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5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476" name="Google Shape;476;p55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5031998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01" r:id="rId1"/>
    <p:sldLayoutId id="214748380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58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482" name="Google Shape;482;p58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1182049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0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0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0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0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0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0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0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0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0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0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0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225A02-54B4-4085-AA74-7172D6F153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0000" cy="108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80A814-AE87-4AAF-B243-7F076C8D156A}"/>
              </a:ext>
            </a:extLst>
          </p:cNvPr>
          <p:cNvSpPr txBox="1"/>
          <p:nvPr/>
        </p:nvSpPr>
        <p:spPr>
          <a:xfrm>
            <a:off x="101600" y="6412040"/>
            <a:ext cx="2226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venir LT Pro 65 Medium" panose="020B0603020203020204" pitchFamily="34" charset="0"/>
              </a:rPr>
              <a:t>AtliQ Hardwares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2766D5-9C13-43FA-B2C8-4C219B2CF2F3}"/>
              </a:ext>
            </a:extLst>
          </p:cNvPr>
          <p:cNvSpPr txBox="1"/>
          <p:nvPr/>
        </p:nvSpPr>
        <p:spPr>
          <a:xfrm>
            <a:off x="9252857" y="6457332"/>
            <a:ext cx="3540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Avenir LT Pro 65 Medium" panose="020B0603020203020204" pitchFamily="34" charset="0"/>
              </a:rPr>
              <a:t>Presented by Yatin Lokhande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FCF721-D627-9CB3-DCC9-E4CA0CF667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2420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910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225A02-54B4-4085-AA74-7172D6F153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0000" cy="108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80A814-AE87-4AAF-B243-7F076C8D156A}"/>
              </a:ext>
            </a:extLst>
          </p:cNvPr>
          <p:cNvSpPr txBox="1"/>
          <p:nvPr/>
        </p:nvSpPr>
        <p:spPr>
          <a:xfrm>
            <a:off x="0" y="6542801"/>
            <a:ext cx="2226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Montserrat" panose="00000500000000000000" pitchFamily="2" charset="0"/>
              </a:rPr>
              <a:t>AtliQ Hardwares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2766D5-9C13-43FA-B2C8-4C219B2CF2F3}"/>
              </a:ext>
            </a:extLst>
          </p:cNvPr>
          <p:cNvSpPr txBox="1"/>
          <p:nvPr/>
        </p:nvSpPr>
        <p:spPr>
          <a:xfrm>
            <a:off x="9570874" y="6542802"/>
            <a:ext cx="3540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Montserrat" panose="00000500000000000000" pitchFamily="2" charset="0"/>
              </a:rPr>
              <a:t>Presented by Maaz Ahmad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1BE4F9-7806-B941-D086-7AC307510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4782" y="1003914"/>
            <a:ext cx="6282000" cy="763600"/>
          </a:xfr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  <a:latin typeface="Söhne"/>
              </a:rPr>
              <a:t>Problem Statement: </a:t>
            </a:r>
            <a:br>
              <a:rPr lang="en-GB" b="1" dirty="0">
                <a:solidFill>
                  <a:schemeClr val="tx1"/>
                </a:solidFill>
                <a:latin typeface="Söhne"/>
              </a:rPr>
            </a:b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64366F-327C-9E0C-A3A4-E7B388033F5D}"/>
              </a:ext>
            </a:extLst>
          </p:cNvPr>
          <p:cNvSpPr txBox="1"/>
          <p:nvPr/>
        </p:nvSpPr>
        <p:spPr>
          <a:xfrm>
            <a:off x="950967" y="1873918"/>
            <a:ext cx="8619907" cy="2641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 err="1">
                <a:latin typeface="Montserrat" panose="00000500000000000000" pitchFamily="2" charset="0"/>
              </a:rPr>
              <a:t>AtliQ</a:t>
            </a:r>
            <a:r>
              <a:rPr lang="en-IN" sz="1400" dirty="0">
                <a:latin typeface="Montserrat" panose="00000500000000000000" pitchFamily="2" charset="0"/>
              </a:rPr>
              <a:t> Hardware, a leading computer hardware company, was facing a major challenge: making fast, data-driven decisions in a rapidly changing market. The management identified a gap in accessing meaningful insights needed to support strategic planning and business growth.</a:t>
            </a:r>
          </a:p>
          <a:p>
            <a:pPr marL="4000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400" dirty="0">
              <a:latin typeface="Montserrat" panose="00000500000000000000" pitchFamily="2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Montserrat" panose="00000500000000000000" pitchFamily="2" charset="0"/>
              </a:rPr>
              <a:t>To address this challenge, a data analytics team was brought in, and I worked on the SQL analysis task. My objective was to solve 10 ad-hoc business queries by transforming raw data into actionable insights that could support better strategic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3051409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225A02-54B4-4085-AA74-7172D6F153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0000" cy="108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80A814-AE87-4AAF-B243-7F076C8D156A}"/>
              </a:ext>
            </a:extLst>
          </p:cNvPr>
          <p:cNvSpPr txBox="1"/>
          <p:nvPr/>
        </p:nvSpPr>
        <p:spPr>
          <a:xfrm>
            <a:off x="-33183" y="6533470"/>
            <a:ext cx="2226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Montserrat" panose="00000500000000000000" pitchFamily="2" charset="0"/>
              </a:rPr>
              <a:t>AtliQ</a:t>
            </a:r>
            <a:r>
              <a:rPr lang="en-IN" dirty="0">
                <a:latin typeface="Montserrat" panose="00000500000000000000" pitchFamily="2" charset="0"/>
              </a:rPr>
              <a:t> </a:t>
            </a:r>
            <a:r>
              <a:rPr lang="en-IN" dirty="0" err="1">
                <a:latin typeface="Montserrat" panose="00000500000000000000" pitchFamily="2" charset="0"/>
              </a:rPr>
              <a:t>Hardwares</a:t>
            </a:r>
            <a:endParaRPr lang="en-IN" dirty="0">
              <a:latin typeface="Montserrat" panose="000005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2766D5-9C13-43FA-B2C8-4C219B2CF2F3}"/>
              </a:ext>
            </a:extLst>
          </p:cNvPr>
          <p:cNvSpPr txBox="1"/>
          <p:nvPr/>
        </p:nvSpPr>
        <p:spPr>
          <a:xfrm>
            <a:off x="10549812" y="6533471"/>
            <a:ext cx="3540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Montserrat" panose="00000500000000000000" pitchFamily="2" charset="0"/>
              </a:rPr>
              <a:t>Maaz Ahmad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47BAB9B-4784-4EA9-A754-5D2A8944176C}"/>
              </a:ext>
            </a:extLst>
          </p:cNvPr>
          <p:cNvSpPr txBox="1"/>
          <p:nvPr/>
        </p:nvSpPr>
        <p:spPr>
          <a:xfrm>
            <a:off x="1214782" y="1875560"/>
            <a:ext cx="9758018" cy="3287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Montserrat" panose="00000500000000000000" pitchFamily="2" charset="0"/>
              </a:rPr>
              <a:t>The number of unique products increased significantly, growing from </a:t>
            </a:r>
            <a:r>
              <a:rPr lang="en-IN" b="1" dirty="0">
                <a:latin typeface="Montserrat" panose="00000500000000000000" pitchFamily="2" charset="0"/>
              </a:rPr>
              <a:t>245 products in 2020 to 334 products in 2021</a:t>
            </a:r>
            <a:r>
              <a:rPr lang="en-IN" dirty="0">
                <a:latin typeface="Montserrat" panose="00000500000000000000" pitchFamily="2" charset="0"/>
              </a:rPr>
              <a:t>, indicating strong product expansion.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Montserrat" panose="00000500000000000000" pitchFamily="2" charset="0"/>
              </a:rPr>
              <a:t>The </a:t>
            </a:r>
            <a:r>
              <a:rPr lang="en-IN" b="1" dirty="0">
                <a:latin typeface="Montserrat" panose="00000500000000000000" pitchFamily="2" charset="0"/>
              </a:rPr>
              <a:t>Notebook</a:t>
            </a:r>
            <a:r>
              <a:rPr lang="en-IN" dirty="0">
                <a:latin typeface="Montserrat" panose="00000500000000000000" pitchFamily="2" charset="0"/>
              </a:rPr>
              <a:t> segment had the highest number of products, with a total of 129 offerings.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Montserrat" panose="00000500000000000000" pitchFamily="2" charset="0"/>
              </a:rPr>
              <a:t>The </a:t>
            </a:r>
            <a:r>
              <a:rPr lang="en-IN" b="1" dirty="0">
                <a:latin typeface="Montserrat" panose="00000500000000000000" pitchFamily="2" charset="0"/>
              </a:rPr>
              <a:t>Accessories</a:t>
            </a:r>
            <a:r>
              <a:rPr lang="en-IN" dirty="0">
                <a:latin typeface="Montserrat" panose="00000500000000000000" pitchFamily="2" charset="0"/>
              </a:rPr>
              <a:t> segment experienced notable growth, adding </a:t>
            </a:r>
            <a:r>
              <a:rPr lang="en-IN" b="1" dirty="0">
                <a:latin typeface="Montserrat" panose="00000500000000000000" pitchFamily="2" charset="0"/>
              </a:rPr>
              <a:t>34 more products in 2021 </a:t>
            </a:r>
            <a:r>
              <a:rPr lang="en-IN" dirty="0">
                <a:latin typeface="Montserrat" panose="00000500000000000000" pitchFamily="2" charset="0"/>
              </a:rPr>
              <a:t>compared to 2020.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latin typeface="Montserrat" panose="00000500000000000000" pitchFamily="2" charset="0"/>
              </a:rPr>
              <a:t>Flipkart</a:t>
            </a:r>
            <a:r>
              <a:rPr lang="en-IN" dirty="0">
                <a:latin typeface="Montserrat" panose="00000500000000000000" pitchFamily="2" charset="0"/>
              </a:rPr>
              <a:t> recorded the highest average pre-invoice discount percentage among channels, at </a:t>
            </a:r>
            <a:r>
              <a:rPr lang="en-IN" b="1" dirty="0">
                <a:latin typeface="Montserrat" panose="00000500000000000000" pitchFamily="2" charset="0"/>
              </a:rPr>
              <a:t>30.83%</a:t>
            </a:r>
            <a:r>
              <a:rPr lang="en-IN" dirty="0">
                <a:latin typeface="Montserrat" panose="00000500000000000000" pitchFamily="2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Montserrat" panose="00000500000000000000" pitchFamily="2" charset="0"/>
              </a:rPr>
              <a:t>Sales performance during </a:t>
            </a:r>
            <a:r>
              <a:rPr lang="en-IN" b="1" dirty="0">
                <a:latin typeface="Montserrat" panose="00000500000000000000" pitchFamily="2" charset="0"/>
              </a:rPr>
              <a:t>March and April improved in fiscal year 2021 </a:t>
            </a:r>
            <a:r>
              <a:rPr lang="en-IN" dirty="0">
                <a:latin typeface="Montserrat" panose="00000500000000000000" pitchFamily="2" charset="0"/>
              </a:rPr>
              <a:t>compared to the lower sales observed in fiscal year 2020.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Montserrat" panose="00000500000000000000" pitchFamily="2" charset="0"/>
              </a:rPr>
              <a:t>The </a:t>
            </a:r>
            <a:r>
              <a:rPr lang="en-IN" b="1" dirty="0">
                <a:latin typeface="Montserrat" panose="00000500000000000000" pitchFamily="2" charset="0"/>
              </a:rPr>
              <a:t>Retailer</a:t>
            </a:r>
            <a:r>
              <a:rPr lang="en-IN" dirty="0">
                <a:latin typeface="Montserrat" panose="00000500000000000000" pitchFamily="2" charset="0"/>
              </a:rPr>
              <a:t> channel was the largest contributor to gross sales, accounting for </a:t>
            </a:r>
            <a:r>
              <a:rPr lang="en-IN" b="1" dirty="0">
                <a:latin typeface="Montserrat" panose="00000500000000000000" pitchFamily="2" charset="0"/>
              </a:rPr>
              <a:t>73.22% of total sales </a:t>
            </a:r>
            <a:r>
              <a:rPr lang="en-IN" dirty="0">
                <a:latin typeface="Montserrat" panose="00000500000000000000" pitchFamily="2" charset="0"/>
              </a:rPr>
              <a:t>and acting as the primary revenue driver.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51C7D9-84DB-0D32-C556-F72822C0B6AD}"/>
              </a:ext>
            </a:extLst>
          </p:cNvPr>
          <p:cNvSpPr txBox="1"/>
          <p:nvPr/>
        </p:nvSpPr>
        <p:spPr>
          <a:xfrm>
            <a:off x="1856792" y="788061"/>
            <a:ext cx="6568750" cy="583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Montserrat" panose="00000500000000000000" pitchFamily="2" charset="0"/>
              </a:rPr>
              <a:t>Key Insights:</a:t>
            </a:r>
            <a:endParaRPr lang="en-IN" sz="2400" dirty="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6965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7395C1C-5C6E-4267-8579-728DEA313AE6}"/>
              </a:ext>
            </a:extLst>
          </p:cNvPr>
          <p:cNvSpPr txBox="1"/>
          <p:nvPr/>
        </p:nvSpPr>
        <p:spPr>
          <a:xfrm>
            <a:off x="1765288" y="663313"/>
            <a:ext cx="60192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accent5"/>
                </a:solidFill>
                <a:latin typeface="Montserrat" panose="00000500000000000000" pitchFamily="2" charset="0"/>
              </a:rPr>
              <a:t>Database Overview</a:t>
            </a:r>
            <a:endParaRPr lang="en-IN" sz="2000" b="1" dirty="0">
              <a:solidFill>
                <a:schemeClr val="accent5"/>
              </a:solidFill>
              <a:latin typeface="Montserrat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225A02-54B4-4085-AA74-7172D6F153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0000" cy="108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80A814-AE87-4AAF-B243-7F076C8D156A}"/>
              </a:ext>
            </a:extLst>
          </p:cNvPr>
          <p:cNvSpPr txBox="1"/>
          <p:nvPr/>
        </p:nvSpPr>
        <p:spPr>
          <a:xfrm>
            <a:off x="0" y="6542490"/>
            <a:ext cx="2226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Montserrat" panose="00000500000000000000" pitchFamily="2" charset="0"/>
              </a:rPr>
              <a:t>AtliQ</a:t>
            </a:r>
            <a:r>
              <a:rPr lang="en-IN" dirty="0">
                <a:latin typeface="Montserrat" panose="00000500000000000000" pitchFamily="2" charset="0"/>
              </a:rPr>
              <a:t> </a:t>
            </a:r>
            <a:r>
              <a:rPr lang="en-IN" dirty="0" err="1">
                <a:latin typeface="Montserrat" panose="00000500000000000000" pitchFamily="2" charset="0"/>
              </a:rPr>
              <a:t>Hardwares</a:t>
            </a:r>
            <a:endParaRPr lang="en-IN" dirty="0">
              <a:latin typeface="Montserrat" panose="000005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2766D5-9C13-43FA-B2C8-4C219B2CF2F3}"/>
              </a:ext>
            </a:extLst>
          </p:cNvPr>
          <p:cNvSpPr txBox="1"/>
          <p:nvPr/>
        </p:nvSpPr>
        <p:spPr>
          <a:xfrm>
            <a:off x="10728335" y="6542489"/>
            <a:ext cx="3540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Montserrat" panose="00000500000000000000" pitchFamily="2" charset="0"/>
              </a:rPr>
              <a:t>Maaz Ahmad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828F06-B180-40D2-A904-8652F2A6E0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782" y="5245411"/>
            <a:ext cx="6725589" cy="6382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F44CFC-C9E3-4C01-8CA6-6FD0408BA5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782" y="3581767"/>
            <a:ext cx="6658904" cy="13908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4552DC7-E91A-435B-B6D3-683A5392E7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782" y="1460012"/>
            <a:ext cx="6420746" cy="198147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2960BBE-758E-47C7-BDEB-9DABD962788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8693" y="4988200"/>
            <a:ext cx="1914792" cy="895475"/>
          </a:xfrm>
          <a:prstGeom prst="rect">
            <a:avLst/>
          </a:prstGeom>
        </p:spPr>
      </p:pic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D5BED3F1-C45E-448B-B04A-BAA77905F53C}"/>
              </a:ext>
            </a:extLst>
          </p:cNvPr>
          <p:cNvCxnSpPr>
            <a:cxnSpLocks/>
          </p:cNvCxnSpPr>
          <p:nvPr/>
        </p:nvCxnSpPr>
        <p:spPr>
          <a:xfrm rot="10800000" flipV="1">
            <a:off x="7940374" y="1923692"/>
            <a:ext cx="1534931" cy="52705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9810AF2E-F1B3-4B35-8400-5DCCE33FC121}"/>
              </a:ext>
            </a:extLst>
          </p:cNvPr>
          <p:cNvCxnSpPr>
            <a:cxnSpLocks/>
          </p:cNvCxnSpPr>
          <p:nvPr/>
        </p:nvCxnSpPr>
        <p:spPr>
          <a:xfrm rot="10800000" flipV="1">
            <a:off x="7940371" y="2452058"/>
            <a:ext cx="1974193" cy="182513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ADFCD5FC-C1AB-43CB-9DB8-BEDB08EAA454}"/>
              </a:ext>
            </a:extLst>
          </p:cNvPr>
          <p:cNvCxnSpPr>
            <a:cxnSpLocks/>
          </p:cNvCxnSpPr>
          <p:nvPr/>
        </p:nvCxnSpPr>
        <p:spPr>
          <a:xfrm rot="10800000" flipV="1">
            <a:off x="7940373" y="3161761"/>
            <a:ext cx="2462584" cy="232322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70C5134-91E8-4CD9-8D54-C047ED9561FB}"/>
              </a:ext>
            </a:extLst>
          </p:cNvPr>
          <p:cNvSpPr txBox="1"/>
          <p:nvPr/>
        </p:nvSpPr>
        <p:spPr>
          <a:xfrm>
            <a:off x="9475305" y="1723637"/>
            <a:ext cx="19741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00B0F0"/>
                </a:solidFill>
                <a:latin typeface="Montserrat" panose="00000500000000000000" pitchFamily="2" charset="0"/>
              </a:rPr>
              <a:t>Tables</a:t>
            </a:r>
            <a:r>
              <a:rPr lang="en-IN" sz="2000" dirty="0">
                <a:solidFill>
                  <a:srgbClr val="00B0F0"/>
                </a:solidFill>
                <a:latin typeface="Montserrat" panose="00000500000000000000" pitchFamily="2" charset="0"/>
              </a:rPr>
              <a:t>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63F9F13-424F-471E-A1D7-7F0A5ED05B82}"/>
              </a:ext>
            </a:extLst>
          </p:cNvPr>
          <p:cNvSpPr txBox="1"/>
          <p:nvPr/>
        </p:nvSpPr>
        <p:spPr>
          <a:xfrm>
            <a:off x="9913470" y="2144676"/>
            <a:ext cx="19741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00B0F0"/>
                </a:solidFill>
                <a:latin typeface="Montserrat" panose="00000500000000000000" pitchFamily="2" charset="0"/>
              </a:rPr>
              <a:t>Stored Procedures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4DB3F12-DB18-4A0E-85B0-C4B8B53438E8}"/>
              </a:ext>
            </a:extLst>
          </p:cNvPr>
          <p:cNvSpPr txBox="1"/>
          <p:nvPr/>
        </p:nvSpPr>
        <p:spPr>
          <a:xfrm>
            <a:off x="10402957" y="2939158"/>
            <a:ext cx="19741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00B0F0"/>
                </a:solidFill>
                <a:latin typeface="Montserrat" panose="00000500000000000000" pitchFamily="2" charset="0"/>
              </a:rPr>
              <a:t>Functions </a:t>
            </a:r>
          </a:p>
        </p:txBody>
      </p:sp>
      <p:cxnSp>
        <p:nvCxnSpPr>
          <p:cNvPr id="39" name="Connector: Curved 38">
            <a:extLst>
              <a:ext uri="{FF2B5EF4-FFF2-40B4-BE49-F238E27FC236}">
                <a16:creationId xmlns:a16="http://schemas.microsoft.com/office/drawing/2014/main" id="{85D2728C-8E07-4EFB-BBBD-10912F7A7E10}"/>
              </a:ext>
            </a:extLst>
          </p:cNvPr>
          <p:cNvCxnSpPr>
            <a:cxnSpLocks/>
          </p:cNvCxnSpPr>
          <p:nvPr/>
        </p:nvCxnSpPr>
        <p:spPr>
          <a:xfrm flipV="1">
            <a:off x="7635528" y="5453201"/>
            <a:ext cx="1536137" cy="74148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FC11E20-DD06-4710-BA0A-BCF4A3C18CB8}"/>
              </a:ext>
            </a:extLst>
          </p:cNvPr>
          <p:cNvSpPr txBox="1"/>
          <p:nvPr/>
        </p:nvSpPr>
        <p:spPr>
          <a:xfrm>
            <a:off x="6953274" y="5963460"/>
            <a:ext cx="9870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00B0F0"/>
                </a:solidFill>
                <a:latin typeface="Montserrat" panose="00000500000000000000" pitchFamily="2" charset="0"/>
              </a:rPr>
              <a:t>Views</a:t>
            </a:r>
            <a:r>
              <a:rPr lang="en-IN" sz="2000" dirty="0">
                <a:solidFill>
                  <a:srgbClr val="00B0F0"/>
                </a:solidFill>
                <a:latin typeface="Montserrat" panose="00000500000000000000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89983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7395C1C-5C6E-4267-8579-728DEA313AE6}"/>
              </a:ext>
            </a:extLst>
          </p:cNvPr>
          <p:cNvSpPr txBox="1"/>
          <p:nvPr/>
        </p:nvSpPr>
        <p:spPr>
          <a:xfrm>
            <a:off x="1887982" y="726057"/>
            <a:ext cx="89915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000" b="1" dirty="0">
                <a:solidFill>
                  <a:schemeClr val="accent5"/>
                </a:solidFill>
                <a:latin typeface="Montserrat" panose="00000500000000000000" pitchFamily="2" charset="0"/>
              </a:rPr>
              <a:t>Provide the list of market in which customer </a:t>
            </a:r>
          </a:p>
          <a:p>
            <a:pPr algn="just"/>
            <a:r>
              <a:rPr lang="en-GB" sz="2000" b="1" dirty="0">
                <a:solidFill>
                  <a:schemeClr val="accent5"/>
                </a:solidFill>
                <a:latin typeface="Montserrat" panose="00000500000000000000" pitchFamily="2" charset="0"/>
              </a:rPr>
              <a:t>“Atliq Exclusive” operates its business in APAC region</a:t>
            </a:r>
            <a:endParaRPr lang="en-IN" sz="2000" b="1" dirty="0">
              <a:solidFill>
                <a:schemeClr val="accent5"/>
              </a:solidFill>
              <a:latin typeface="Montserrat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225A02-54B4-4085-AA74-7172D6F153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0000" cy="108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80A814-AE87-4AAF-B243-7F076C8D156A}"/>
              </a:ext>
            </a:extLst>
          </p:cNvPr>
          <p:cNvSpPr txBox="1"/>
          <p:nvPr/>
        </p:nvSpPr>
        <p:spPr>
          <a:xfrm>
            <a:off x="0" y="6525980"/>
            <a:ext cx="2226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Montserrat" panose="00000500000000000000" pitchFamily="2" charset="0"/>
              </a:rPr>
              <a:t>AtliQ</a:t>
            </a:r>
            <a:r>
              <a:rPr lang="en-IN" dirty="0">
                <a:latin typeface="Montserrat" panose="00000500000000000000" pitchFamily="2" charset="0"/>
              </a:rPr>
              <a:t> </a:t>
            </a:r>
            <a:r>
              <a:rPr lang="en-IN" dirty="0" err="1">
                <a:latin typeface="Montserrat" panose="00000500000000000000" pitchFamily="2" charset="0"/>
              </a:rPr>
              <a:t>Hardwares</a:t>
            </a:r>
            <a:endParaRPr lang="en-IN" dirty="0">
              <a:latin typeface="Montserrat" panose="00000500000000000000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AC1567-611E-471D-BB18-610783ADEE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293" y="2162402"/>
            <a:ext cx="6033740" cy="19074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99081C2-0C66-4A57-BD32-229A329C58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7260" y="2162402"/>
            <a:ext cx="1811763" cy="373947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92766D5-9C13-43FA-B2C8-4C219B2CF2F3}"/>
              </a:ext>
            </a:extLst>
          </p:cNvPr>
          <p:cNvSpPr txBox="1"/>
          <p:nvPr/>
        </p:nvSpPr>
        <p:spPr>
          <a:xfrm>
            <a:off x="10811070" y="6550223"/>
            <a:ext cx="3540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Montserrat" panose="00000500000000000000" pitchFamily="2" charset="0"/>
              </a:rPr>
              <a:t>Maaz Ahmad</a:t>
            </a:r>
          </a:p>
        </p:txBody>
      </p:sp>
    </p:spTree>
    <p:extLst>
      <p:ext uri="{BB962C8B-B14F-4D97-AF65-F5344CB8AC3E}">
        <p14:creationId xmlns:p14="http://schemas.microsoft.com/office/powerpoint/2010/main" val="1532107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606B63-109F-48F1-85F2-496E9BF2ED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0000" cy="108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90F760-FB28-46C0-BEE6-D9628C66C701}"/>
              </a:ext>
            </a:extLst>
          </p:cNvPr>
          <p:cNvSpPr txBox="1"/>
          <p:nvPr/>
        </p:nvSpPr>
        <p:spPr>
          <a:xfrm>
            <a:off x="-33183" y="6535310"/>
            <a:ext cx="2226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Montserrat" panose="00000500000000000000" pitchFamily="2" charset="0"/>
              </a:rPr>
              <a:t>AtliQ</a:t>
            </a:r>
            <a:r>
              <a:rPr lang="en-IN" dirty="0">
                <a:latin typeface="Montserrat" panose="00000500000000000000" pitchFamily="2" charset="0"/>
              </a:rPr>
              <a:t> </a:t>
            </a:r>
            <a:r>
              <a:rPr lang="en-IN" dirty="0" err="1">
                <a:latin typeface="Montserrat" panose="00000500000000000000" pitchFamily="2" charset="0"/>
              </a:rPr>
              <a:t>Hardwares</a:t>
            </a:r>
            <a:endParaRPr lang="en-IN" dirty="0">
              <a:latin typeface="Montserrat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602EBE-EA42-4D3F-98F7-DE5853E1388B}"/>
              </a:ext>
            </a:extLst>
          </p:cNvPr>
          <p:cNvSpPr txBox="1"/>
          <p:nvPr/>
        </p:nvSpPr>
        <p:spPr>
          <a:xfrm>
            <a:off x="10790727" y="6535309"/>
            <a:ext cx="3540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Montserrat" panose="00000500000000000000" pitchFamily="2" charset="0"/>
              </a:rPr>
              <a:t>Maaz Ahmad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592F0B-8A7F-49EA-8655-BD8AD79E67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1271" y="1457358"/>
            <a:ext cx="7544853" cy="29840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306CA19-541B-4ED5-A5BC-3DD51FCBAE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1271" y="4829062"/>
            <a:ext cx="5515745" cy="57158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C8F2B6D-05D6-41FE-BF97-BFFB0A8034A0}"/>
              </a:ext>
            </a:extLst>
          </p:cNvPr>
          <p:cNvSpPr txBox="1"/>
          <p:nvPr/>
        </p:nvSpPr>
        <p:spPr>
          <a:xfrm>
            <a:off x="1401271" y="545943"/>
            <a:ext cx="9389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accent5"/>
                </a:solidFill>
                <a:latin typeface="Montserrat" panose="00000500000000000000" pitchFamily="2" charset="0"/>
              </a:rPr>
              <a:t>What is the percentage of unique product increase in 2021vs.2020?</a:t>
            </a:r>
          </a:p>
        </p:txBody>
      </p:sp>
    </p:spTree>
    <p:extLst>
      <p:ext uri="{BB962C8B-B14F-4D97-AF65-F5344CB8AC3E}">
        <p14:creationId xmlns:p14="http://schemas.microsoft.com/office/powerpoint/2010/main" val="1909971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606B63-109F-48F1-85F2-496E9BF2ED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0000" cy="108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90F760-FB28-46C0-BEE6-D9628C66C701}"/>
              </a:ext>
            </a:extLst>
          </p:cNvPr>
          <p:cNvSpPr txBox="1"/>
          <p:nvPr/>
        </p:nvSpPr>
        <p:spPr>
          <a:xfrm>
            <a:off x="0" y="6550223"/>
            <a:ext cx="2226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Montserrat" panose="00000500000000000000" pitchFamily="2" charset="0"/>
              </a:rPr>
              <a:t>AtliQ</a:t>
            </a:r>
            <a:r>
              <a:rPr lang="en-IN" dirty="0">
                <a:latin typeface="Montserrat" panose="00000500000000000000" pitchFamily="2" charset="0"/>
              </a:rPr>
              <a:t> </a:t>
            </a:r>
            <a:r>
              <a:rPr lang="en-IN" dirty="0" err="1">
                <a:latin typeface="Montserrat" panose="00000500000000000000" pitchFamily="2" charset="0"/>
              </a:rPr>
              <a:t>Hardwares</a:t>
            </a:r>
            <a:endParaRPr lang="en-IN" dirty="0">
              <a:latin typeface="Montserrat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602EBE-EA42-4D3F-98F7-DE5853E1388B}"/>
              </a:ext>
            </a:extLst>
          </p:cNvPr>
          <p:cNvSpPr txBox="1"/>
          <p:nvPr/>
        </p:nvSpPr>
        <p:spPr>
          <a:xfrm>
            <a:off x="9616751" y="6550222"/>
            <a:ext cx="3540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Montserrat" panose="00000500000000000000" pitchFamily="2" charset="0"/>
              </a:rPr>
              <a:t>Presented by Maaz Ahmad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8F2B6D-05D6-41FE-BF97-BFFB0A8034A0}"/>
              </a:ext>
            </a:extLst>
          </p:cNvPr>
          <p:cNvSpPr txBox="1"/>
          <p:nvPr/>
        </p:nvSpPr>
        <p:spPr>
          <a:xfrm>
            <a:off x="1080000" y="693758"/>
            <a:ext cx="9389456" cy="1487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74015" algn="just" eaLnBrk="0">
              <a:spcBef>
                <a:spcPts val="520"/>
              </a:spcBef>
              <a:spcAft>
                <a:spcPts val="0"/>
              </a:spcAft>
            </a:pPr>
            <a:r>
              <a:rPr lang="en-US" sz="1600" b="1" dirty="0">
                <a:solidFill>
                  <a:schemeClr val="accent5"/>
                </a:solidFill>
                <a:latin typeface="Montserrat" panose="00000500000000000000" pitchFamily="2" charset="0"/>
              </a:rPr>
              <a:t>Provide  a  report  with  all  the  unique  product  counts  for  each  segment</a:t>
            </a:r>
            <a:endParaRPr lang="en-IN" sz="1600" b="1" dirty="0">
              <a:solidFill>
                <a:schemeClr val="accent5"/>
              </a:solidFill>
              <a:latin typeface="Montserrat" panose="00000500000000000000" pitchFamily="2" charset="0"/>
            </a:endParaRPr>
          </a:p>
          <a:p>
            <a:pPr marL="374015" algn="just" eaLnBrk="0">
              <a:spcBef>
                <a:spcPts val="55"/>
              </a:spcBef>
              <a:spcAft>
                <a:spcPts val="0"/>
              </a:spcAft>
            </a:pPr>
            <a:r>
              <a:rPr lang="en-US" sz="1600" b="1" dirty="0">
                <a:solidFill>
                  <a:schemeClr val="accent5"/>
                </a:solidFill>
                <a:latin typeface="Montserrat" panose="00000500000000000000" pitchFamily="2" charset="0"/>
              </a:rPr>
              <a:t>and  sort  them  in  descending  order  of  product  counts. </a:t>
            </a:r>
          </a:p>
          <a:p>
            <a:pPr marL="374015" algn="just" eaLnBrk="0">
              <a:spcBef>
                <a:spcPts val="55"/>
              </a:spcBef>
              <a:spcAft>
                <a:spcPts val="0"/>
              </a:spcAft>
            </a:pPr>
            <a:endParaRPr lang="en-US" sz="1600" b="1" dirty="0">
              <a:solidFill>
                <a:schemeClr val="accent5"/>
              </a:solidFill>
              <a:latin typeface="Montserrat" panose="00000500000000000000" pitchFamily="2" charset="0"/>
            </a:endParaRPr>
          </a:p>
          <a:p>
            <a:pPr marL="374015" algn="just" eaLnBrk="0">
              <a:spcBef>
                <a:spcPts val="55"/>
              </a:spcBef>
              <a:spcAft>
                <a:spcPts val="0"/>
              </a:spcAft>
            </a:pPr>
            <a:r>
              <a:rPr lang="en-US" sz="1600" b="1" dirty="0">
                <a:solidFill>
                  <a:schemeClr val="accent5"/>
                </a:solidFill>
                <a:latin typeface="Montserrat" panose="00000500000000000000" pitchFamily="2" charset="0"/>
              </a:rPr>
              <a:t>The  final  output</a:t>
            </a:r>
            <a:r>
              <a:rPr lang="en-IN" sz="1600" b="1" dirty="0">
                <a:solidFill>
                  <a:schemeClr val="accent5"/>
                </a:solidFill>
                <a:latin typeface="Montserrat" panose="00000500000000000000" pitchFamily="2" charset="0"/>
              </a:rPr>
              <a:t> </a:t>
            </a:r>
            <a:r>
              <a:rPr lang="en-US" sz="1600" b="1" dirty="0">
                <a:solidFill>
                  <a:schemeClr val="accent5"/>
                </a:solidFill>
                <a:latin typeface="Montserrat" panose="00000500000000000000" pitchFamily="2" charset="0"/>
              </a:rPr>
              <a:t>contains  2  fields, segment   product count.</a:t>
            </a:r>
            <a:endParaRPr lang="en-IN" sz="1600" b="1" dirty="0">
              <a:solidFill>
                <a:schemeClr val="accent5"/>
              </a:solidFill>
              <a:latin typeface="Montserrat" panose="00000500000000000000" pitchFamily="2" charset="0"/>
            </a:endParaRPr>
          </a:p>
          <a:p>
            <a:pPr marL="374015" algn="just" eaLnBrk="0">
              <a:spcBef>
                <a:spcPts val="520"/>
              </a:spcBef>
              <a:spcAft>
                <a:spcPts val="0"/>
              </a:spcAft>
            </a:pPr>
            <a:endParaRPr lang="en-IN" sz="2000" b="1" dirty="0">
              <a:solidFill>
                <a:schemeClr val="accent1"/>
              </a:solidFill>
              <a:effectLst/>
              <a:latin typeface="Montserrat" panose="00000500000000000000" pitchFamily="2" charset="0"/>
              <a:ea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75269E-E143-4C38-AFC2-0DA91A209B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0070" y="2258374"/>
            <a:ext cx="2825244" cy="23412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459C2FE-5B14-4061-8C32-C13D037F6F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469" y="2258374"/>
            <a:ext cx="6201640" cy="2341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331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606B63-109F-48F1-85F2-496E9BF2ED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0000" cy="108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90F760-FB28-46C0-BEE6-D9628C66C701}"/>
              </a:ext>
            </a:extLst>
          </p:cNvPr>
          <p:cNvSpPr txBox="1"/>
          <p:nvPr/>
        </p:nvSpPr>
        <p:spPr>
          <a:xfrm>
            <a:off x="0" y="6525519"/>
            <a:ext cx="2226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Montserrat" panose="00000500000000000000" pitchFamily="2" charset="0"/>
              </a:rPr>
              <a:t>AtliQ</a:t>
            </a:r>
            <a:r>
              <a:rPr lang="en-IN" dirty="0">
                <a:latin typeface="Montserrat" panose="00000500000000000000" pitchFamily="2" charset="0"/>
              </a:rPr>
              <a:t> </a:t>
            </a:r>
            <a:r>
              <a:rPr lang="en-IN" dirty="0" err="1">
                <a:latin typeface="Montserrat" panose="00000500000000000000" pitchFamily="2" charset="0"/>
              </a:rPr>
              <a:t>Hardwares</a:t>
            </a:r>
            <a:endParaRPr lang="en-IN" dirty="0">
              <a:latin typeface="Montserrat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602EBE-EA42-4D3F-98F7-DE5853E1388B}"/>
              </a:ext>
            </a:extLst>
          </p:cNvPr>
          <p:cNvSpPr txBox="1"/>
          <p:nvPr/>
        </p:nvSpPr>
        <p:spPr>
          <a:xfrm>
            <a:off x="9654074" y="6550223"/>
            <a:ext cx="3540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Montserrat" panose="00000500000000000000" pitchFamily="2" charset="0"/>
              </a:rPr>
              <a:t>Presented by Maaz Ahmad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8F2B6D-05D6-41FE-BF97-BFFB0A8034A0}"/>
              </a:ext>
            </a:extLst>
          </p:cNvPr>
          <p:cNvSpPr txBox="1"/>
          <p:nvPr/>
        </p:nvSpPr>
        <p:spPr>
          <a:xfrm>
            <a:off x="679960" y="362382"/>
            <a:ext cx="9818272" cy="898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9115" marR="130810" indent="-526415" algn="just" eaLnBrk="0">
              <a:lnSpc>
                <a:spcPct val="117000"/>
              </a:lnSpc>
              <a:spcBef>
                <a:spcPts val="700"/>
              </a:spcBef>
              <a:spcAft>
                <a:spcPts val="0"/>
              </a:spcAft>
            </a:pPr>
            <a:r>
              <a:rPr lang="en-US" sz="1800" b="1" spc="-5" dirty="0">
                <a:solidFill>
                  <a:schemeClr val="accent1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          </a:t>
            </a:r>
            <a:r>
              <a:rPr lang="en-US" b="1" dirty="0">
                <a:solidFill>
                  <a:schemeClr val="accent5"/>
                </a:solidFill>
                <a:latin typeface="Montserrat" panose="00000500000000000000" pitchFamily="2" charset="0"/>
              </a:rPr>
              <a:t>Follow-up: Which segment  had the  most  increase  in  unique  products  in 2021 vs 2020?            The final output contains these fields, segment</a:t>
            </a:r>
            <a:r>
              <a:rPr lang="en-IN" b="1" dirty="0">
                <a:solidFill>
                  <a:schemeClr val="accent5"/>
                </a:solidFill>
                <a:latin typeface="Montserrat" panose="00000500000000000000" pitchFamily="2" charset="0"/>
              </a:rPr>
              <a:t>, </a:t>
            </a:r>
            <a:r>
              <a:rPr lang="en-US" b="1" dirty="0">
                <a:solidFill>
                  <a:schemeClr val="accent5"/>
                </a:solidFill>
                <a:latin typeface="Montserrat" panose="00000500000000000000" pitchFamily="2" charset="0"/>
              </a:rPr>
              <a:t>product   count    2020    product_count_202I      difference.</a:t>
            </a:r>
            <a:endParaRPr lang="en-IN" b="1" dirty="0">
              <a:solidFill>
                <a:schemeClr val="accent5"/>
              </a:solidFill>
              <a:latin typeface="Montserrat" panose="000005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2D6AB9-D5FD-4454-82FE-D2A77FBB41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067" y="1383269"/>
            <a:ext cx="7754432" cy="3191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4856830-2469-4ECF-8FA7-12C09322B6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6629" y="4660070"/>
            <a:ext cx="5473771" cy="1751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447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606B63-109F-48F1-85F2-496E9BF2ED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0000" cy="108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90F760-FB28-46C0-BEE6-D9628C66C701}"/>
              </a:ext>
            </a:extLst>
          </p:cNvPr>
          <p:cNvSpPr txBox="1"/>
          <p:nvPr/>
        </p:nvSpPr>
        <p:spPr>
          <a:xfrm>
            <a:off x="-33183" y="6550223"/>
            <a:ext cx="2226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Montserrat" panose="00000500000000000000" pitchFamily="2" charset="0"/>
              </a:rPr>
              <a:t>AtliQ</a:t>
            </a:r>
            <a:r>
              <a:rPr lang="en-IN" dirty="0">
                <a:latin typeface="Montserrat" panose="00000500000000000000" pitchFamily="2" charset="0"/>
              </a:rPr>
              <a:t> </a:t>
            </a:r>
            <a:r>
              <a:rPr lang="en-IN" dirty="0" err="1">
                <a:latin typeface="Montserrat" panose="00000500000000000000" pitchFamily="2" charset="0"/>
              </a:rPr>
              <a:t>Hardwares</a:t>
            </a:r>
            <a:endParaRPr lang="en-IN" dirty="0">
              <a:latin typeface="Montserrat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602EBE-EA42-4D3F-98F7-DE5853E1388B}"/>
              </a:ext>
            </a:extLst>
          </p:cNvPr>
          <p:cNvSpPr txBox="1"/>
          <p:nvPr/>
        </p:nvSpPr>
        <p:spPr>
          <a:xfrm>
            <a:off x="9542106" y="6550223"/>
            <a:ext cx="3540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Montserrat" panose="00000500000000000000" pitchFamily="2" charset="0"/>
              </a:rPr>
              <a:t>Presented by Maaz Ahmad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8F2B6D-05D6-41FE-BF97-BFFB0A8034A0}"/>
              </a:ext>
            </a:extLst>
          </p:cNvPr>
          <p:cNvSpPr txBox="1"/>
          <p:nvPr/>
        </p:nvSpPr>
        <p:spPr>
          <a:xfrm>
            <a:off x="1214782" y="619460"/>
            <a:ext cx="98514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accent5"/>
                </a:solidFill>
                <a:latin typeface="Montserrat" panose="00000500000000000000" pitchFamily="2" charset="0"/>
              </a:rPr>
              <a:t>Get the products The final output that have the highest and lowest manufacturing costs</a:t>
            </a:r>
          </a:p>
          <a:p>
            <a:r>
              <a:rPr lang="en-GB" sz="1600" b="1" dirty="0">
                <a:solidFill>
                  <a:schemeClr val="accent5"/>
                </a:solidFill>
                <a:latin typeface="Montserrat" panose="00000500000000000000" pitchFamily="2" charset="0"/>
              </a:rPr>
              <a:t>should contain these fields, product_code, product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E6FBA8-AD9F-4FCA-9B0D-D514980851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1272" y="1644390"/>
            <a:ext cx="5839640" cy="30484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7F2B9CF-DFC5-40BE-966B-FFA2AD14BB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4686" y="5213610"/>
            <a:ext cx="5096586" cy="86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097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606B63-109F-48F1-85F2-496E9BF2ED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0000" cy="108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90F760-FB28-46C0-BEE6-D9628C66C701}"/>
              </a:ext>
            </a:extLst>
          </p:cNvPr>
          <p:cNvSpPr txBox="1"/>
          <p:nvPr/>
        </p:nvSpPr>
        <p:spPr>
          <a:xfrm>
            <a:off x="0" y="6488109"/>
            <a:ext cx="2226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Montserrat" panose="00000500000000000000" pitchFamily="2" charset="0"/>
              </a:rPr>
              <a:t>AtliQ</a:t>
            </a:r>
            <a:r>
              <a:rPr lang="en-IN" dirty="0">
                <a:latin typeface="Montserrat" panose="00000500000000000000" pitchFamily="2" charset="0"/>
              </a:rPr>
              <a:t> </a:t>
            </a:r>
            <a:r>
              <a:rPr lang="en-IN" dirty="0" err="1">
                <a:latin typeface="Montserrat" panose="00000500000000000000" pitchFamily="2" charset="0"/>
              </a:rPr>
              <a:t>Hardwares</a:t>
            </a:r>
            <a:endParaRPr lang="en-IN" dirty="0">
              <a:latin typeface="Montserrat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602EBE-EA42-4D3F-98F7-DE5853E1388B}"/>
              </a:ext>
            </a:extLst>
          </p:cNvPr>
          <p:cNvSpPr txBox="1"/>
          <p:nvPr/>
        </p:nvSpPr>
        <p:spPr>
          <a:xfrm>
            <a:off x="9626082" y="6550223"/>
            <a:ext cx="3540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Montserrat" panose="00000500000000000000" pitchFamily="2" charset="0"/>
              </a:rPr>
              <a:t>Presented by Maaz Ahmad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8F2B6D-05D6-41FE-BF97-BFFB0A8034A0}"/>
              </a:ext>
            </a:extLst>
          </p:cNvPr>
          <p:cNvSpPr txBox="1"/>
          <p:nvPr/>
        </p:nvSpPr>
        <p:spPr>
          <a:xfrm>
            <a:off x="1214781" y="414570"/>
            <a:ext cx="98972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1600" b="1" dirty="0">
                <a:solidFill>
                  <a:schemeClr val="accent5"/>
                </a:solidFill>
                <a:latin typeface="Montserrat" panose="00000500000000000000" pitchFamily="2" charset="0"/>
              </a:rPr>
              <a:t>Generate a report which contains the top 5 customers who received an average high pre invoice discount_pct for the fiscal year 202I and in the Indian market. The final output contains these fields</a:t>
            </a:r>
          </a:p>
          <a:p>
            <a:pPr algn="just"/>
            <a:r>
              <a:rPr lang="en-GB" sz="1600" b="1" dirty="0">
                <a:solidFill>
                  <a:schemeClr val="accent5"/>
                </a:solidFill>
                <a:latin typeface="Montserrat" panose="00000500000000000000" pitchFamily="2" charset="0"/>
              </a:rPr>
              <a:t>customer_code customer average_discount_percentage.</a:t>
            </a:r>
          </a:p>
          <a:p>
            <a:pPr algn="just"/>
            <a:endParaRPr lang="en-GB" sz="1600" b="1" dirty="0">
              <a:solidFill>
                <a:schemeClr val="accent5"/>
              </a:solidFill>
              <a:latin typeface="Montserrat" panose="000005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5E14BB-17DA-4114-A005-1B48F27E6F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0" y="1721365"/>
            <a:ext cx="8049748" cy="26768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BBD9927-A530-4CC7-B397-8CA820B664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339" y="4585887"/>
            <a:ext cx="3477110" cy="163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760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606B63-109F-48F1-85F2-496E9BF2ED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0000" cy="108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90F760-FB28-46C0-BEE6-D9628C66C701}"/>
              </a:ext>
            </a:extLst>
          </p:cNvPr>
          <p:cNvSpPr txBox="1"/>
          <p:nvPr/>
        </p:nvSpPr>
        <p:spPr>
          <a:xfrm>
            <a:off x="-33183" y="6550223"/>
            <a:ext cx="2226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Montserrat" panose="00000500000000000000" pitchFamily="2" charset="0"/>
              </a:rPr>
              <a:t>AtliQ</a:t>
            </a:r>
            <a:r>
              <a:rPr lang="en-IN" dirty="0">
                <a:latin typeface="Montserrat" panose="00000500000000000000" pitchFamily="2" charset="0"/>
              </a:rPr>
              <a:t> </a:t>
            </a:r>
            <a:r>
              <a:rPr lang="en-IN" dirty="0" err="1">
                <a:latin typeface="Montserrat" panose="00000500000000000000" pitchFamily="2" charset="0"/>
              </a:rPr>
              <a:t>Hardwares</a:t>
            </a:r>
            <a:endParaRPr lang="en-IN" dirty="0">
              <a:latin typeface="Montserrat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602EBE-EA42-4D3F-98F7-DE5853E1388B}"/>
              </a:ext>
            </a:extLst>
          </p:cNvPr>
          <p:cNvSpPr txBox="1"/>
          <p:nvPr/>
        </p:nvSpPr>
        <p:spPr>
          <a:xfrm>
            <a:off x="9588759" y="6550222"/>
            <a:ext cx="3540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Montserrat" panose="00000500000000000000" pitchFamily="2" charset="0"/>
              </a:rPr>
              <a:t>Presented by Maaz Ahmad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8F2B6D-05D6-41FE-BF97-BFFB0A8034A0}"/>
              </a:ext>
            </a:extLst>
          </p:cNvPr>
          <p:cNvSpPr txBox="1"/>
          <p:nvPr/>
        </p:nvSpPr>
        <p:spPr>
          <a:xfrm>
            <a:off x="1214782" y="670628"/>
            <a:ext cx="105954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5"/>
                </a:solidFill>
                <a:latin typeface="Montserrat" panose="00000500000000000000" pitchFamily="2" charset="0"/>
              </a:rPr>
              <a:t>Get the complete report of the Gross sales amount for the customer "Atliq Exclusive "for each month. This analysis helps to get an idea of low and high-performing months and take strategic decisions. The final</a:t>
            </a:r>
          </a:p>
          <a:p>
            <a:r>
              <a:rPr lang="en-GB" b="1" dirty="0">
                <a:solidFill>
                  <a:schemeClr val="accent5"/>
                </a:solidFill>
                <a:latin typeface="Montserrat" panose="00000500000000000000" pitchFamily="2" charset="0"/>
              </a:rPr>
              <a:t>report contains these columns: Month Year Gross sales Amount.</a:t>
            </a:r>
          </a:p>
          <a:p>
            <a:endParaRPr lang="en-GB" b="1" dirty="0">
              <a:solidFill>
                <a:schemeClr val="accent5"/>
              </a:solidFill>
              <a:latin typeface="Montserrat" panose="00000500000000000000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313745-8B76-4CEC-AF5B-19A5535AB9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5276" y="1874002"/>
            <a:ext cx="3600953" cy="36390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568FE27-7DBC-414E-A66B-DA2D62D884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782" y="1874002"/>
            <a:ext cx="6963747" cy="292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487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606B63-109F-48F1-85F2-496E9BF2ED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0000" cy="108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90F760-FB28-46C0-BEE6-D9628C66C701}"/>
              </a:ext>
            </a:extLst>
          </p:cNvPr>
          <p:cNvSpPr txBox="1"/>
          <p:nvPr/>
        </p:nvSpPr>
        <p:spPr>
          <a:xfrm>
            <a:off x="0" y="6550223"/>
            <a:ext cx="2226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Montserrat" panose="00000500000000000000" pitchFamily="2" charset="0"/>
              </a:rPr>
              <a:t>AtliQ</a:t>
            </a:r>
            <a:r>
              <a:rPr lang="en-IN" dirty="0">
                <a:latin typeface="Montserrat" panose="00000500000000000000" pitchFamily="2" charset="0"/>
              </a:rPr>
              <a:t> </a:t>
            </a:r>
            <a:r>
              <a:rPr lang="en-IN" dirty="0" err="1">
                <a:latin typeface="Montserrat" panose="00000500000000000000" pitchFamily="2" charset="0"/>
              </a:rPr>
              <a:t>Hardwares</a:t>
            </a:r>
            <a:endParaRPr lang="en-IN" dirty="0">
              <a:latin typeface="Montserrat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602EBE-EA42-4D3F-98F7-DE5853E1388B}"/>
              </a:ext>
            </a:extLst>
          </p:cNvPr>
          <p:cNvSpPr txBox="1"/>
          <p:nvPr/>
        </p:nvSpPr>
        <p:spPr>
          <a:xfrm>
            <a:off x="9598089" y="6550223"/>
            <a:ext cx="3540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Montserrat" panose="00000500000000000000" pitchFamily="2" charset="0"/>
              </a:rPr>
              <a:t>Presented by Maaz Ahmad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8F2B6D-05D6-41FE-BF97-BFFB0A8034A0}"/>
              </a:ext>
            </a:extLst>
          </p:cNvPr>
          <p:cNvSpPr txBox="1"/>
          <p:nvPr/>
        </p:nvSpPr>
        <p:spPr>
          <a:xfrm>
            <a:off x="1349136" y="540000"/>
            <a:ext cx="93894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5"/>
                </a:solidFill>
                <a:latin typeface="Montserrat" panose="00000500000000000000" pitchFamily="2" charset="0"/>
              </a:rPr>
              <a:t>Which quarter of 2020, got the maximum total_sold_quantity? The final output contains these fields sorted by the total_sold_quantiy, Quarter, total_sold_quantity.</a:t>
            </a:r>
          </a:p>
          <a:p>
            <a:endParaRPr lang="en-GB" b="1" dirty="0">
              <a:solidFill>
                <a:schemeClr val="accent5"/>
              </a:solidFill>
              <a:latin typeface="Montserrat" panose="00000500000000000000" pitchFamily="2" charset="0"/>
            </a:endParaRPr>
          </a:p>
          <a:p>
            <a:endParaRPr lang="en-GB" b="1" dirty="0">
              <a:solidFill>
                <a:schemeClr val="accent5"/>
              </a:solidFill>
              <a:latin typeface="Montserrat" panose="000005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E10094-8AED-4F97-BBD1-E41D640455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136" y="1242214"/>
            <a:ext cx="6677957" cy="41058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B6A03C-22F3-4DEC-94A8-27FA11E932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8194" y="4004850"/>
            <a:ext cx="2581635" cy="134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436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606B63-109F-48F1-85F2-496E9BF2ED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0000" cy="108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90F760-FB28-46C0-BEE6-D9628C66C701}"/>
              </a:ext>
            </a:extLst>
          </p:cNvPr>
          <p:cNvSpPr txBox="1"/>
          <p:nvPr/>
        </p:nvSpPr>
        <p:spPr>
          <a:xfrm>
            <a:off x="0" y="6550223"/>
            <a:ext cx="2226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Montserrat" panose="00000500000000000000" pitchFamily="2" charset="0"/>
              </a:rPr>
              <a:t>AtliQ</a:t>
            </a:r>
            <a:r>
              <a:rPr lang="en-IN" dirty="0">
                <a:latin typeface="Montserrat" panose="00000500000000000000" pitchFamily="2" charset="0"/>
              </a:rPr>
              <a:t> </a:t>
            </a:r>
            <a:r>
              <a:rPr lang="en-IN" dirty="0" err="1">
                <a:latin typeface="Montserrat" panose="00000500000000000000" pitchFamily="2" charset="0"/>
              </a:rPr>
              <a:t>Hardwares</a:t>
            </a:r>
            <a:endParaRPr lang="en-IN" dirty="0">
              <a:latin typeface="Montserrat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602EBE-EA42-4D3F-98F7-DE5853E1388B}"/>
              </a:ext>
            </a:extLst>
          </p:cNvPr>
          <p:cNvSpPr txBox="1"/>
          <p:nvPr/>
        </p:nvSpPr>
        <p:spPr>
          <a:xfrm>
            <a:off x="9635412" y="6550223"/>
            <a:ext cx="3540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Montserrat" panose="00000500000000000000" pitchFamily="2" charset="0"/>
              </a:rPr>
              <a:t>Presented by Maaz Ahmad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8F2B6D-05D6-41FE-BF97-BFFB0A8034A0}"/>
              </a:ext>
            </a:extLst>
          </p:cNvPr>
          <p:cNvSpPr txBox="1"/>
          <p:nvPr/>
        </p:nvSpPr>
        <p:spPr>
          <a:xfrm>
            <a:off x="1247315" y="380052"/>
            <a:ext cx="938945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accent5"/>
                </a:solidFill>
                <a:latin typeface="Montserrat" panose="00000500000000000000" pitchFamily="2" charset="0"/>
              </a:rPr>
              <a:t>Which channel helped to bring more gross sales in the fiscal year 2021 and the percentage of contribution? The final output contains these fields, channel gross sales min percentage.</a:t>
            </a:r>
          </a:p>
          <a:p>
            <a:endParaRPr lang="en-GB" sz="1600" b="1" dirty="0">
              <a:solidFill>
                <a:schemeClr val="accent5"/>
              </a:solidFill>
              <a:latin typeface="Montserrat" panose="000005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3FEFD8-3E2F-4E75-AD37-C88FB3B7E3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810" y="1356694"/>
            <a:ext cx="9392961" cy="36866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662A25-3372-4B4B-8056-22F2B2A162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4030" y="5151368"/>
            <a:ext cx="3162741" cy="11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0074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606B63-109F-48F1-85F2-496E9BF2ED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0000" cy="108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90F760-FB28-46C0-BEE6-D9628C66C701}"/>
              </a:ext>
            </a:extLst>
          </p:cNvPr>
          <p:cNvSpPr txBox="1"/>
          <p:nvPr/>
        </p:nvSpPr>
        <p:spPr>
          <a:xfrm>
            <a:off x="0" y="6494845"/>
            <a:ext cx="2226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Montserrat" panose="00000500000000000000" pitchFamily="2" charset="0"/>
              </a:rPr>
              <a:t>AtliQ</a:t>
            </a:r>
            <a:r>
              <a:rPr lang="en-IN" dirty="0">
                <a:latin typeface="Montserrat" panose="00000500000000000000" pitchFamily="2" charset="0"/>
              </a:rPr>
              <a:t> </a:t>
            </a:r>
            <a:r>
              <a:rPr lang="en-IN" dirty="0" err="1">
                <a:latin typeface="Montserrat" panose="00000500000000000000" pitchFamily="2" charset="0"/>
              </a:rPr>
              <a:t>Hardwares</a:t>
            </a:r>
            <a:endParaRPr lang="en-IN" dirty="0">
              <a:latin typeface="Montserrat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602EBE-EA42-4D3F-98F7-DE5853E1388B}"/>
              </a:ext>
            </a:extLst>
          </p:cNvPr>
          <p:cNvSpPr txBox="1"/>
          <p:nvPr/>
        </p:nvSpPr>
        <p:spPr>
          <a:xfrm>
            <a:off x="9560767" y="6550223"/>
            <a:ext cx="3540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Montserrat" panose="00000500000000000000" pitchFamily="2" charset="0"/>
              </a:rPr>
              <a:t>Presented by Maaz Ahmad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8F2B6D-05D6-41FE-BF97-BFFB0A8034A0}"/>
              </a:ext>
            </a:extLst>
          </p:cNvPr>
          <p:cNvSpPr txBox="1"/>
          <p:nvPr/>
        </p:nvSpPr>
        <p:spPr>
          <a:xfrm>
            <a:off x="1080000" y="411530"/>
            <a:ext cx="93894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accent5"/>
                </a:solidFill>
                <a:latin typeface="Montserrat" panose="00000500000000000000" pitchFamily="2" charset="0"/>
              </a:rPr>
              <a:t>Get the Top 3 products in each division that have a high total_sold_quantity in the </a:t>
            </a:r>
            <a:r>
              <a:rPr lang="en-GB" sz="1600" b="1" dirty="0" err="1">
                <a:solidFill>
                  <a:schemeClr val="accent5"/>
                </a:solidFill>
                <a:latin typeface="Montserrat" panose="00000500000000000000" pitchFamily="2" charset="0"/>
              </a:rPr>
              <a:t>fiscal_year</a:t>
            </a:r>
            <a:r>
              <a:rPr lang="en-GB" sz="1600" b="1" dirty="0">
                <a:solidFill>
                  <a:schemeClr val="accent5"/>
                </a:solidFill>
                <a:latin typeface="Montserrat" panose="00000500000000000000" pitchFamily="2" charset="0"/>
              </a:rPr>
              <a:t> 2021? The final output contains these fields, division product_code.</a:t>
            </a:r>
          </a:p>
          <a:p>
            <a:endParaRPr lang="en-GB" sz="1600" b="1" dirty="0">
              <a:solidFill>
                <a:schemeClr val="accent5"/>
              </a:solidFill>
              <a:latin typeface="Montserrat" panose="00000500000000000000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CC41DDB-039B-4C18-8029-579FCAF966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134" y="1138955"/>
            <a:ext cx="6030167" cy="402963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C1C908-C7CC-42E1-AD53-35871EED08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723" y="3582982"/>
            <a:ext cx="6338384" cy="275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5096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606B63-109F-48F1-85F2-496E9BF2ED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0000" cy="108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90F760-FB28-46C0-BEE6-D9628C66C701}"/>
              </a:ext>
            </a:extLst>
          </p:cNvPr>
          <p:cNvSpPr txBox="1"/>
          <p:nvPr/>
        </p:nvSpPr>
        <p:spPr>
          <a:xfrm>
            <a:off x="0" y="6550223"/>
            <a:ext cx="2226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Montserrat" panose="00000500000000000000" pitchFamily="2" charset="0"/>
              </a:rPr>
              <a:t>AtliQ</a:t>
            </a:r>
            <a:r>
              <a:rPr lang="en-IN" dirty="0">
                <a:latin typeface="Montserrat" panose="00000500000000000000" pitchFamily="2" charset="0"/>
              </a:rPr>
              <a:t> </a:t>
            </a:r>
            <a:r>
              <a:rPr lang="en-IN" dirty="0" err="1">
                <a:latin typeface="Montserrat" panose="00000500000000000000" pitchFamily="2" charset="0"/>
              </a:rPr>
              <a:t>Hardwares</a:t>
            </a:r>
            <a:endParaRPr lang="en-IN" dirty="0">
              <a:latin typeface="Montserrat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602EBE-EA42-4D3F-98F7-DE5853E1388B}"/>
              </a:ext>
            </a:extLst>
          </p:cNvPr>
          <p:cNvSpPr txBox="1"/>
          <p:nvPr/>
        </p:nvSpPr>
        <p:spPr>
          <a:xfrm>
            <a:off x="9598090" y="6550223"/>
            <a:ext cx="3540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Montserrat" panose="00000500000000000000" pitchFamily="2" charset="0"/>
              </a:rPr>
              <a:t>Presented by Maaz Ahmad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8F2B6D-05D6-41FE-BF97-BFFB0A8034A0}"/>
              </a:ext>
            </a:extLst>
          </p:cNvPr>
          <p:cNvSpPr txBox="1"/>
          <p:nvPr/>
        </p:nvSpPr>
        <p:spPr>
          <a:xfrm>
            <a:off x="1079999" y="465080"/>
            <a:ext cx="93894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accent5"/>
                </a:solidFill>
                <a:latin typeface="Montserrat" panose="00000500000000000000" pitchFamily="2" charset="0"/>
              </a:rPr>
              <a:t>Get all the sales transaction data from fact_sales_monthly table for that customer(croma: 90002002) in the fiscal_year 2021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78D40C-E820-4DA9-B262-532CA70444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00" y="1220500"/>
            <a:ext cx="7106057" cy="19008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0AFA3A-055B-417C-A74E-8A2F9FC538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00" y="3251434"/>
            <a:ext cx="5807788" cy="29004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EBB39E-92E6-40B5-8621-3C4D65D15D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730" y="3261835"/>
            <a:ext cx="5807787" cy="28900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50D99E3-1425-4FA8-9DF9-E85E825EBA1D}"/>
              </a:ext>
            </a:extLst>
          </p:cNvPr>
          <p:cNvSpPr txBox="1"/>
          <p:nvPr/>
        </p:nvSpPr>
        <p:spPr>
          <a:xfrm>
            <a:off x="7555999" y="2967446"/>
            <a:ext cx="36417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Montserrat" panose="00000500000000000000" pitchFamily="2" charset="0"/>
              </a:rPr>
              <a:t>Create function for fiscal_year</a:t>
            </a:r>
          </a:p>
        </p:txBody>
      </p:sp>
    </p:spTree>
    <p:extLst>
      <p:ext uri="{BB962C8B-B14F-4D97-AF65-F5344CB8AC3E}">
        <p14:creationId xmlns:p14="http://schemas.microsoft.com/office/powerpoint/2010/main" val="13278772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606B63-109F-48F1-85F2-496E9BF2ED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0000" cy="108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90F760-FB28-46C0-BEE6-D9628C66C701}"/>
              </a:ext>
            </a:extLst>
          </p:cNvPr>
          <p:cNvSpPr txBox="1"/>
          <p:nvPr/>
        </p:nvSpPr>
        <p:spPr>
          <a:xfrm>
            <a:off x="0" y="6550223"/>
            <a:ext cx="2226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Montserrat" panose="00000500000000000000" pitchFamily="2" charset="0"/>
              </a:rPr>
              <a:t>AtliQ</a:t>
            </a:r>
            <a:r>
              <a:rPr lang="en-IN" dirty="0">
                <a:latin typeface="Montserrat" panose="00000500000000000000" pitchFamily="2" charset="0"/>
              </a:rPr>
              <a:t> </a:t>
            </a:r>
            <a:r>
              <a:rPr lang="en-IN" dirty="0" err="1">
                <a:latin typeface="Montserrat" panose="00000500000000000000" pitchFamily="2" charset="0"/>
              </a:rPr>
              <a:t>Hardwares</a:t>
            </a:r>
            <a:endParaRPr lang="en-IN" dirty="0">
              <a:latin typeface="Montserrat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602EBE-EA42-4D3F-98F7-DE5853E1388B}"/>
              </a:ext>
            </a:extLst>
          </p:cNvPr>
          <p:cNvSpPr txBox="1"/>
          <p:nvPr/>
        </p:nvSpPr>
        <p:spPr>
          <a:xfrm>
            <a:off x="9551677" y="6550223"/>
            <a:ext cx="3540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Montserrat" panose="00000500000000000000" pitchFamily="2" charset="0"/>
              </a:rPr>
              <a:t>Presented by Maaz Ahmad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8F2B6D-05D6-41FE-BF97-BFFB0A8034A0}"/>
              </a:ext>
            </a:extLst>
          </p:cNvPr>
          <p:cNvSpPr txBox="1"/>
          <p:nvPr/>
        </p:nvSpPr>
        <p:spPr>
          <a:xfrm>
            <a:off x="1080000" y="772248"/>
            <a:ext cx="93894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accent5"/>
                </a:solidFill>
                <a:latin typeface="Montserrat" panose="00000500000000000000" pitchFamily="2" charset="0"/>
              </a:rPr>
              <a:t>Generate monthly gross sales report for any customer using stored procedure</a:t>
            </a:r>
          </a:p>
          <a:p>
            <a:endParaRPr lang="en-GB" sz="1600" b="1" dirty="0">
              <a:solidFill>
                <a:schemeClr val="accent5"/>
              </a:solidFill>
              <a:latin typeface="Montserrat" panose="000005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834D9C-E4DF-47A3-8A42-C2E4D8B8DF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196" y="1518971"/>
            <a:ext cx="7006661" cy="38200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A285494-7756-409C-8553-3C9DA599C6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196" y="5616052"/>
            <a:ext cx="7916380" cy="3238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462BE8B-31BE-4C47-A9FC-42E6386A9D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2576" y="1518971"/>
            <a:ext cx="2429214" cy="382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342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606B63-109F-48F1-85F2-496E9BF2ED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0000" cy="108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90F760-FB28-46C0-BEE6-D9628C66C701}"/>
              </a:ext>
            </a:extLst>
          </p:cNvPr>
          <p:cNvSpPr txBox="1"/>
          <p:nvPr/>
        </p:nvSpPr>
        <p:spPr>
          <a:xfrm>
            <a:off x="-33183" y="6550223"/>
            <a:ext cx="2226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Montserrat" panose="00000500000000000000" pitchFamily="2" charset="0"/>
              </a:rPr>
              <a:t>AtliQ</a:t>
            </a:r>
            <a:r>
              <a:rPr lang="en-IN" dirty="0">
                <a:latin typeface="Montserrat" panose="00000500000000000000" pitchFamily="2" charset="0"/>
              </a:rPr>
              <a:t> </a:t>
            </a:r>
            <a:r>
              <a:rPr lang="en-IN" dirty="0" err="1">
                <a:latin typeface="Montserrat" panose="00000500000000000000" pitchFamily="2" charset="0"/>
              </a:rPr>
              <a:t>Hardwares</a:t>
            </a:r>
            <a:endParaRPr lang="en-IN" dirty="0">
              <a:latin typeface="Montserrat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602EBE-EA42-4D3F-98F7-DE5853E1388B}"/>
              </a:ext>
            </a:extLst>
          </p:cNvPr>
          <p:cNvSpPr txBox="1"/>
          <p:nvPr/>
        </p:nvSpPr>
        <p:spPr>
          <a:xfrm>
            <a:off x="9551436" y="6550223"/>
            <a:ext cx="3540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Montserrat" panose="00000500000000000000" pitchFamily="2" charset="0"/>
              </a:rPr>
              <a:t>Presented by Maaz Ahmad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8F2B6D-05D6-41FE-BF97-BFFB0A8034A0}"/>
              </a:ext>
            </a:extLst>
          </p:cNvPr>
          <p:cNvSpPr txBox="1"/>
          <p:nvPr/>
        </p:nvSpPr>
        <p:spPr>
          <a:xfrm>
            <a:off x="1214782" y="661153"/>
            <a:ext cx="93894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chemeClr val="accent5"/>
                </a:solidFill>
                <a:latin typeface="Montserrat" panose="00000500000000000000" pitchFamily="2" charset="0"/>
              </a:rPr>
              <a:t>Generate monthly gross sales report for any customer using stored procedure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F0FAE9-CEDD-4AE2-A67C-A10628A2AC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0" y="1411424"/>
            <a:ext cx="5459021" cy="42206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F8190AC-FD26-4DE8-B64C-146C6F22AD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8432" y="2650105"/>
            <a:ext cx="4648849" cy="17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0646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606B63-109F-48F1-85F2-496E9BF2ED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0000" cy="108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90F760-FB28-46C0-BEE6-D9628C66C701}"/>
              </a:ext>
            </a:extLst>
          </p:cNvPr>
          <p:cNvSpPr txBox="1"/>
          <p:nvPr/>
        </p:nvSpPr>
        <p:spPr>
          <a:xfrm>
            <a:off x="0" y="6536636"/>
            <a:ext cx="2226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Montserrat" panose="00000500000000000000" pitchFamily="2" charset="0"/>
              </a:rPr>
              <a:t>AtliQ</a:t>
            </a:r>
            <a:r>
              <a:rPr lang="en-IN" dirty="0">
                <a:latin typeface="Montserrat" panose="00000500000000000000" pitchFamily="2" charset="0"/>
              </a:rPr>
              <a:t> </a:t>
            </a:r>
            <a:r>
              <a:rPr lang="en-IN" dirty="0" err="1">
                <a:latin typeface="Montserrat" panose="00000500000000000000" pitchFamily="2" charset="0"/>
              </a:rPr>
              <a:t>Hardwares</a:t>
            </a:r>
            <a:endParaRPr lang="en-IN" dirty="0">
              <a:latin typeface="Montserrat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602EBE-EA42-4D3F-98F7-DE5853E1388B}"/>
              </a:ext>
            </a:extLst>
          </p:cNvPr>
          <p:cNvSpPr txBox="1"/>
          <p:nvPr/>
        </p:nvSpPr>
        <p:spPr>
          <a:xfrm>
            <a:off x="4680857" y="3723463"/>
            <a:ext cx="35402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Montserrat" panose="00000500000000000000" pitchFamily="2" charset="0"/>
              </a:rPr>
              <a:t>Presented by Maaz Ahmad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B20CD7-C6DD-4DE9-9D10-DE089B5BEB87}"/>
              </a:ext>
            </a:extLst>
          </p:cNvPr>
          <p:cNvSpPr txBox="1"/>
          <p:nvPr/>
        </p:nvSpPr>
        <p:spPr>
          <a:xfrm>
            <a:off x="3868057" y="2875002"/>
            <a:ext cx="445588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>
                <a:solidFill>
                  <a:schemeClr val="tx1"/>
                </a:solidFill>
                <a:latin typeface="Agency FB" panose="020B0503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218502995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Minimalist Business Slides XL by Slidesgo</Template>
  <TotalTime>523</TotalTime>
  <Words>706</Words>
  <Application>Microsoft Office PowerPoint</Application>
  <PresentationFormat>Widescreen</PresentationFormat>
  <Paragraphs>74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18</vt:i4>
      </vt:variant>
    </vt:vector>
  </HeadingPairs>
  <TitlesOfParts>
    <vt:vector size="38" baseType="lpstr">
      <vt:lpstr>Agency FB</vt:lpstr>
      <vt:lpstr>Arial</vt:lpstr>
      <vt:lpstr>Avenir LT Pro 65 Medium</vt:lpstr>
      <vt:lpstr>Crimson Text</vt:lpstr>
      <vt:lpstr>Josefin Sans</vt:lpstr>
      <vt:lpstr>Lato</vt:lpstr>
      <vt:lpstr>Mako</vt:lpstr>
      <vt:lpstr>Merriweather Light</vt:lpstr>
      <vt:lpstr>Montserrat</vt:lpstr>
      <vt:lpstr>Open Sans</vt:lpstr>
      <vt:lpstr>Open Sans SemiBold</vt:lpstr>
      <vt:lpstr>Proxima Nova</vt:lpstr>
      <vt:lpstr>Proxima Nova Semibold</vt:lpstr>
      <vt:lpstr>Russo One</vt:lpstr>
      <vt:lpstr>Söhne</vt:lpstr>
      <vt:lpstr>Vidaloka</vt:lpstr>
      <vt:lpstr>Wingdings</vt:lpstr>
      <vt:lpstr>Minimalist Business Slides XL by Slidesgo</vt:lpstr>
      <vt:lpstr>Slidesgo Final Pages</vt:lpstr>
      <vt:lpstr>1_Slidesgo Final Pages</vt:lpstr>
      <vt:lpstr>PowerPoint Presentation</vt:lpstr>
      <vt:lpstr>Problem Statement: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Yatin</dc:creator>
  <cp:lastModifiedBy>shariazaman278@gmail.com</cp:lastModifiedBy>
  <cp:revision>52</cp:revision>
  <dcterms:created xsi:type="dcterms:W3CDTF">2024-04-27T19:30:57Z</dcterms:created>
  <dcterms:modified xsi:type="dcterms:W3CDTF">2026-06-22T14:14:21Z</dcterms:modified>
</cp:coreProperties>
</file>